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63" r:id="rId6"/>
    <p:sldId id="276" r:id="rId7"/>
    <p:sldId id="277" r:id="rId8"/>
    <p:sldId id="278" r:id="rId9"/>
    <p:sldId id="279" r:id="rId10"/>
    <p:sldId id="280" r:id="rId11"/>
    <p:sldId id="281" r:id="rId12"/>
    <p:sldId id="282" r:id="rId13"/>
    <p:sldId id="283" r:id="rId14"/>
    <p:sldId id="274" r:id="rId15"/>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723" autoAdjust="0"/>
  </p:normalViewPr>
  <p:slideViewPr>
    <p:cSldViewPr snapToGrid="0">
      <p:cViewPr varScale="1">
        <p:scale>
          <a:sx n="73" d="100"/>
          <a:sy n="73" d="100"/>
        </p:scale>
        <p:origin x="1027"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103" d="100"/>
          <a:sy n="103" d="100"/>
        </p:scale>
        <p:origin x="4368"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a:p>
        </p:txBody>
      </p:sp>
      <p:sp>
        <p:nvSpPr>
          <p:cNvPr id="3" name="Marcador de fecha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B5F2E885-813F-4080-B10A-98A63BA85A1E}" type="datetime1">
              <a:rPr lang="es-ES" smtClean="0"/>
              <a:t>07/08/2026</a:t>
            </a:fld>
            <a:endParaRPr lang="es-ES"/>
          </a:p>
        </p:txBody>
      </p:sp>
      <p:sp>
        <p:nvSpPr>
          <p:cNvPr id="4" name="Marcador de pie de página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a:p>
        </p:txBody>
      </p:sp>
      <p:sp>
        <p:nvSpPr>
          <p:cNvPr id="5" name="Marcador de número de diapositiva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37B95B5C-AE81-486B-8299-C690ADF087B7}" type="slidenum">
              <a:rPr lang="es-ES" smtClean="0"/>
              <a:t>‹Nº›</a:t>
            </a:fld>
            <a:endParaRPr lang="es-ES"/>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F704DC2E-97AC-4F48-A85A-0330B1555654}" type="datetime1">
              <a:rPr lang="es-ES" noProof="0" smtClean="0"/>
              <a:t>07/08/2026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6922D2F8-28A7-48E8-ADD3-E9583D47D83D}" type="slidenum">
              <a:rPr lang="es-ES" noProof="0" smtClean="0"/>
              <a:t>‹Nº›</a:t>
            </a:fld>
            <a:endParaRPr lang="es-ES" noProof="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Buenos días, me llamo Andre Lorenzo Torres y voy a presentar mi TFM sobre Navegación autónoma de un UAV en interiores mediante técnicas de visión monocular. El proyecto se centra en un problema muy relevante dentro de la robótica aérea, conseguir un sistema de navegación preciso, estable y que funcione ante grandes limitaciones de presupuesto y espacio.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kern="1200" dirty="0">
                <a:solidFill>
                  <a:schemeClr val="tx1"/>
                </a:solidFill>
                <a:effectLst/>
                <a:latin typeface="+mn-lt"/>
                <a:ea typeface="+mn-ea"/>
                <a:cs typeface="+mn-cs"/>
              </a:rPr>
              <a:t>Esto quiere decir conseguir un sistema completo de navegación con el mínimo número de sensores.</a:t>
            </a:r>
          </a:p>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6922D2F8-28A7-48E8-ADD3-E9583D47D83D}" type="slidenum">
              <a:rPr lang="es-ES" smtClean="0"/>
              <a:t>1</a:t>
            </a:fld>
            <a:endParaRPr lang="es-ES"/>
          </a:p>
        </p:txBody>
      </p:sp>
    </p:spTree>
    <p:extLst>
      <p:ext uri="{BB962C8B-B14F-4D97-AF65-F5344CB8AC3E}">
        <p14:creationId xmlns:p14="http://schemas.microsoft.com/office/powerpoint/2010/main" val="1086536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a:p>
        </p:txBody>
      </p:sp>
      <p:sp>
        <p:nvSpPr>
          <p:cNvPr id="4" name="Marcador de número de diapositiva 3"/>
          <p:cNvSpPr>
            <a:spLocks noGrp="1"/>
          </p:cNvSpPr>
          <p:nvPr>
            <p:ph type="sldNum" sz="quarter" idx="5"/>
          </p:nvPr>
        </p:nvSpPr>
        <p:spPr/>
        <p:txBody>
          <a:bodyPr rtlCol="0"/>
          <a:lstStyle>
            <a:defPPr>
              <a:defRPr lang="es-ES"/>
            </a:defPPr>
          </a:lstStyle>
          <a:p>
            <a:pPr rtl="0"/>
            <a:fld id="{6922D2F8-28A7-48E8-ADD3-E9583D47D83D}" type="slidenum">
              <a:rPr lang="es-ES" smtClean="0"/>
              <a:t>2</a:t>
            </a:fld>
            <a:endParaRPr lang="es-ES"/>
          </a:p>
        </p:txBody>
      </p:sp>
    </p:spTree>
    <p:extLst>
      <p:ext uri="{BB962C8B-B14F-4D97-AF65-F5344CB8AC3E}">
        <p14:creationId xmlns:p14="http://schemas.microsoft.com/office/powerpoint/2010/main" val="382219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B9C0F-3504-EF2C-8628-FFE3407F8F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3EF4BC-E27E-3958-442D-1D298AB6CE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A7B07C-A815-DD82-57A1-7611298F7A25}"/>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973C77F8-0A81-C2B4-B09C-BF3C3F570BFA}"/>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3</a:t>
            </a:fld>
            <a:endParaRPr lang="es-ES"/>
          </a:p>
        </p:txBody>
      </p:sp>
    </p:spTree>
    <p:extLst>
      <p:ext uri="{BB962C8B-B14F-4D97-AF65-F5344CB8AC3E}">
        <p14:creationId xmlns:p14="http://schemas.microsoft.com/office/powerpoint/2010/main" val="204962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3ECF-82EB-1D56-943D-6103474779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42C62D-1680-94E6-A85B-C5CCE3D455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0DC4F2-DA96-3D79-7E28-E6C84DFAB746}"/>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DF7EF51B-C3A5-2E65-7E50-B3A87515B7AD}"/>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4</a:t>
            </a:fld>
            <a:endParaRPr lang="es-ES"/>
          </a:p>
        </p:txBody>
      </p:sp>
    </p:spTree>
    <p:extLst>
      <p:ext uri="{BB962C8B-B14F-4D97-AF65-F5344CB8AC3E}">
        <p14:creationId xmlns:p14="http://schemas.microsoft.com/office/powerpoint/2010/main" val="3767409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942A1-4D76-C0DF-48D2-B28BAE40CD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515600-1531-51AE-666D-270A99AB80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0AE096-F9E3-2679-8831-3C329C9342D9}"/>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200978E1-38D2-E729-6A72-FCCC60A4F6B9}"/>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5</a:t>
            </a:fld>
            <a:endParaRPr lang="es-ES"/>
          </a:p>
        </p:txBody>
      </p:sp>
    </p:spTree>
    <p:extLst>
      <p:ext uri="{BB962C8B-B14F-4D97-AF65-F5344CB8AC3E}">
        <p14:creationId xmlns:p14="http://schemas.microsoft.com/office/powerpoint/2010/main" val="3763947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C0AE-B1B8-C0E5-FBE0-6ED6F88545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54BE76-1B4C-861A-5781-47DA0C7840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F4FD6C-4F4F-0316-92EC-BC15E304E81B}"/>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8108CC6D-E5BC-82D6-23BD-611588B9C760}"/>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6</a:t>
            </a:fld>
            <a:endParaRPr lang="es-ES"/>
          </a:p>
        </p:txBody>
      </p:sp>
    </p:spTree>
    <p:extLst>
      <p:ext uri="{BB962C8B-B14F-4D97-AF65-F5344CB8AC3E}">
        <p14:creationId xmlns:p14="http://schemas.microsoft.com/office/powerpoint/2010/main" val="765702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D0D43-A193-867F-6888-2F8DB4B032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2DEA31-A6D0-C304-1546-7223380C8C2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9C54A5-F82D-753A-AEB8-17958D7268BA}"/>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6057C99A-368A-872A-1D28-B24B03F3F8DA}"/>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7</a:t>
            </a:fld>
            <a:endParaRPr lang="es-ES"/>
          </a:p>
        </p:txBody>
      </p:sp>
    </p:spTree>
    <p:extLst>
      <p:ext uri="{BB962C8B-B14F-4D97-AF65-F5344CB8AC3E}">
        <p14:creationId xmlns:p14="http://schemas.microsoft.com/office/powerpoint/2010/main" val="3054493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7AFA0-244B-3516-1758-07E6335CA4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0ECAB9-3943-0BAC-4655-8C553369BD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3A6855-B297-7251-871E-268C521CC70A}"/>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6E337F1A-A8AB-5A6F-3C01-8024ACC26884}"/>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8</a:t>
            </a:fld>
            <a:endParaRPr lang="es-ES"/>
          </a:p>
        </p:txBody>
      </p:sp>
    </p:spTree>
    <p:extLst>
      <p:ext uri="{BB962C8B-B14F-4D97-AF65-F5344CB8AC3E}">
        <p14:creationId xmlns:p14="http://schemas.microsoft.com/office/powerpoint/2010/main" val="4180312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3A45-6620-D860-D468-8B6446F95F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E171D5-C7CD-EA6B-B7E9-FFC254569B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01A1C4-6D22-8362-7167-1E4E573CCC75}"/>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B42DB1D8-C892-7E67-19FD-3851F26DA6CD}"/>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9</a:t>
            </a:fld>
            <a:endParaRPr lang="es-ES"/>
          </a:p>
        </p:txBody>
      </p:sp>
    </p:spTree>
    <p:extLst>
      <p:ext uri="{BB962C8B-B14F-4D97-AF65-F5344CB8AC3E}">
        <p14:creationId xmlns:p14="http://schemas.microsoft.com/office/powerpoint/2010/main" val="3177071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E14F-1989-0494-6FF5-19EF29DED3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09580A-70B7-92B0-1DF7-737919D88A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32F1EF-9037-6A3E-9A33-5E915EA1B7D7}"/>
              </a:ext>
            </a:extLst>
          </p:cNvPr>
          <p:cNvSpPr>
            <a:spLocks noGrp="1"/>
          </p:cNvSpPr>
          <p:nvPr>
            <p:ph type="body" idx="1"/>
          </p:nvPr>
        </p:nvSpPr>
        <p:spPr/>
        <p:txBody>
          <a:bodyPr rtlCol="0"/>
          <a:lstStyle>
            <a:defPPr>
              <a:defRPr lang="es-ES"/>
            </a:defPPr>
          </a:lstStyle>
          <a:p>
            <a:pPr rtl="0"/>
            <a:endParaRPr lang="es-ES"/>
          </a:p>
        </p:txBody>
      </p:sp>
      <p:sp>
        <p:nvSpPr>
          <p:cNvPr id="4" name="Marcador de número de diapositiva 3">
            <a:extLst>
              <a:ext uri="{FF2B5EF4-FFF2-40B4-BE49-F238E27FC236}">
                <a16:creationId xmlns:a16="http://schemas.microsoft.com/office/drawing/2014/main" id="{9B7E53B9-A710-D5C6-EB3B-1E55D69BF532}"/>
              </a:ext>
            </a:extLst>
          </p:cNvPr>
          <p:cNvSpPr>
            <a:spLocks noGrp="1"/>
          </p:cNvSpPr>
          <p:nvPr>
            <p:ph type="sldNum" sz="quarter" idx="5"/>
          </p:nvPr>
        </p:nvSpPr>
        <p:spPr/>
        <p:txBody>
          <a:bodyPr rtlCol="0"/>
          <a:lstStyle>
            <a:defPPr>
              <a:defRPr lang="es-ES"/>
            </a:defPPr>
          </a:lstStyle>
          <a:p>
            <a:pPr rtl="0"/>
            <a:fld id="{6922D2F8-28A7-48E8-ADD3-E9583D47D83D}" type="slidenum">
              <a:rPr lang="es-ES" smtClean="0"/>
              <a:t>10</a:t>
            </a:fld>
            <a:endParaRPr lang="es-ES"/>
          </a:p>
        </p:txBody>
      </p:sp>
    </p:spTree>
    <p:extLst>
      <p:ext uri="{BB962C8B-B14F-4D97-AF65-F5344CB8AC3E}">
        <p14:creationId xmlns:p14="http://schemas.microsoft.com/office/powerpoint/2010/main" val="247175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a:p>
        </p:txBody>
      </p:sp>
      <p:sp>
        <p:nvSpPr>
          <p:cNvPr id="4" name="Marcador de número de diapositiva 3"/>
          <p:cNvSpPr>
            <a:spLocks noGrp="1"/>
          </p:cNvSpPr>
          <p:nvPr>
            <p:ph type="sldNum" sz="quarter" idx="5"/>
          </p:nvPr>
        </p:nvSpPr>
        <p:spPr/>
        <p:txBody>
          <a:bodyPr rtlCol="0"/>
          <a:lstStyle>
            <a:defPPr>
              <a:defRPr lang="es-ES"/>
            </a:defPPr>
          </a:lstStyle>
          <a:p>
            <a:pPr rtl="0"/>
            <a:fld id="{6922D2F8-28A7-48E8-ADD3-E9583D47D83D}" type="slidenum">
              <a:rPr lang="es-ES" smtClean="0"/>
              <a:t>11</a:t>
            </a:fld>
            <a:endParaRPr lang="es-ES"/>
          </a:p>
        </p:txBody>
      </p:sp>
    </p:spTree>
    <p:extLst>
      <p:ext uri="{BB962C8B-B14F-4D97-AF65-F5344CB8AC3E}">
        <p14:creationId xmlns:p14="http://schemas.microsoft.com/office/powerpoint/2010/main" val="32319039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accent1"/>
        </a:solidFill>
        <a:effectLst/>
      </p:bgPr>
    </p:bg>
    <p:spTree>
      <p:nvGrpSpPr>
        <p:cNvPr id="1" name=""/>
        <p:cNvGrpSpPr/>
        <p:nvPr/>
      </p:nvGrpSpPr>
      <p:grpSpPr>
        <a:xfrm>
          <a:off x="0" y="0"/>
          <a:ext cx="0" cy="0"/>
          <a:chOff x="0" y="0"/>
          <a:chExt cx="0" cy="0"/>
        </a:xfrm>
      </p:grpSpPr>
      <p:pic>
        <p:nvPicPr>
          <p:cNvPr id="5" name="Gráfico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rtlCol="0" anchor="b"/>
          <a:lstStyle>
            <a:lvl1pPr>
              <a:defRPr lang="es-ES" sz="4800" b="1" cap="all" spc="400" baseline="0">
                <a:solidFill>
                  <a:schemeClr val="accent6"/>
                </a:solidFill>
                <a:latin typeface="Century Gothic" panose="020B0502020202020204" pitchFamily="34" charset="0"/>
              </a:defRPr>
            </a:lvl1pPr>
          </a:lstStyle>
          <a:p>
            <a:pPr rtl="0"/>
            <a:r>
              <a:rPr lang="es-ES" noProof="0" dirty="0"/>
              <a:t>Haga clic para agregar un título</a:t>
            </a:r>
          </a:p>
        </p:txBody>
      </p:sp>
      <p:sp>
        <p:nvSpPr>
          <p:cNvPr id="14" name="Marcador de texto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rtlCol="0">
            <a:normAutofit/>
          </a:bodyPr>
          <a:lstStyle>
            <a:lvl1pPr marL="0" indent="0" algn="l">
              <a:buNone/>
              <a:defRPr lang="es-ES" sz="1800" i="0">
                <a:solidFill>
                  <a:schemeClr val="bg1"/>
                </a:solidFill>
                <a:latin typeface="Calibri Light" panose="020F0302020204030204" pitchFamily="34" charset="0"/>
              </a:defRPr>
            </a:lvl1pPr>
          </a:lstStyle>
          <a:p>
            <a:pPr lvl="0" rtl="0"/>
            <a:r>
              <a:rPr lang="es-ES" noProof="0" dirty="0"/>
              <a:t>Haga clic para agregar un subtítulo</a:t>
            </a:r>
          </a:p>
        </p:txBody>
      </p:sp>
    </p:spTree>
    <p:extLst>
      <p:ext uri="{BB962C8B-B14F-4D97-AF65-F5344CB8AC3E}">
        <p14:creationId xmlns:p14="http://schemas.microsoft.com/office/powerpoint/2010/main" val="340803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bre nosotros">
    <p:spTree>
      <p:nvGrpSpPr>
        <p:cNvPr id="1" name=""/>
        <p:cNvGrpSpPr/>
        <p:nvPr/>
      </p:nvGrpSpPr>
      <p:grpSpPr>
        <a:xfrm>
          <a:off x="0" y="0"/>
          <a:ext cx="0" cy="0"/>
          <a:chOff x="0" y="0"/>
          <a:chExt cx="0" cy="0"/>
        </a:xfrm>
      </p:grpSpPr>
      <p:pic>
        <p:nvPicPr>
          <p:cNvPr id="37" name="Gráfico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1" name="Elipse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2" name="Título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rtlCol="0"/>
          <a:lstStyle>
            <a:lvl1pPr>
              <a:defRPr lang="es-ES" sz="2800" b="1" cap="all" spc="400" baseline="0">
                <a:solidFill>
                  <a:schemeClr val="accent6"/>
                </a:solidFill>
                <a:latin typeface="Century Gothic" panose="020B0502020202020204" pitchFamily="34" charset="0"/>
              </a:defRPr>
            </a:lvl1pPr>
          </a:lstStyle>
          <a:p>
            <a:pPr rtl="0"/>
            <a:r>
              <a:rPr lang="es-ES" noProof="0" dirty="0"/>
              <a:t>Haga clic para agregar un título</a:t>
            </a:r>
          </a:p>
        </p:txBody>
      </p:sp>
      <p:sp>
        <p:nvSpPr>
          <p:cNvPr id="26" name="Marcador de texto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rtlCol="0"/>
          <a:lstStyle>
            <a:lvl1pPr marL="0" indent="0" algn="l">
              <a:lnSpc>
                <a:spcPct val="150000"/>
              </a:lnSpc>
              <a:spcBef>
                <a:spcPts val="0"/>
              </a:spcBef>
              <a:buNone/>
              <a:defRPr lang="es-ES" sz="1600">
                <a:solidFill>
                  <a:schemeClr val="bg1"/>
                </a:solidFill>
                <a:latin typeface="Calibri Light" panose="020F0302020204030204" pitchFamily="34" charset="0"/>
              </a:defRPr>
            </a:lvl1pPr>
          </a:lstStyle>
          <a:p>
            <a:pPr lvl="0" rtl="0"/>
            <a:r>
              <a:rPr lang="es-ES" noProof="0" dirty="0"/>
              <a:t>Haga clic para agregar texto</a:t>
            </a:r>
          </a:p>
        </p:txBody>
      </p:sp>
      <p:sp>
        <p:nvSpPr>
          <p:cNvPr id="30" name="Marcador de posición de imagen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rtlCol="0"/>
          <a:lstStyle>
            <a:lvl1pPr marL="0" indent="0" algn="ctr">
              <a:buFont typeface="+mj-lt"/>
              <a:buNone/>
              <a:defRPr lang="es-ES">
                <a:solidFill>
                  <a:schemeClr val="bg1"/>
                </a:solidFill>
                <a:latin typeface="Calibri Light" panose="020F0302020204030204" pitchFamily="34" charset="0"/>
              </a:defRPr>
            </a:lvl1pPr>
          </a:lstStyle>
          <a:p>
            <a:pPr rtl="0"/>
            <a:r>
              <a:rPr lang="es-ES" noProof="0" dirty="0"/>
              <a:t>Haga clic para agregar una foto</a:t>
            </a:r>
          </a:p>
        </p:txBody>
      </p:sp>
      <p:sp>
        <p:nvSpPr>
          <p:cNvPr id="20" name="Marcador de pie de página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b="1" dirty="0"/>
          </a:p>
        </p:txBody>
      </p:sp>
      <p:sp>
        <p:nvSpPr>
          <p:cNvPr id="21" name="Marcador de número de diapositiva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2" name="Marcador de fecha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2609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a">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ítulo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26" name="Marcador de texto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rtlCol="0"/>
          <a:lstStyle>
            <a:lvl1pPr marL="0" indent="0">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18" name="Marcador de texto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rtlCol="0"/>
          <a:lstStyle>
            <a:lvl1pPr marL="0" indent="0">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5" name="Marcador de texto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rtlCol="0"/>
          <a:lstStyle>
            <a:lvl1pPr marL="0" indent="0">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16" name="Marcador de texto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rtlCol="0"/>
          <a:lstStyle>
            <a:lvl1pPr marL="0" indent="0">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30" name="Marcador de texto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rtlCol="0"/>
          <a:lstStyle>
            <a:lvl1pPr marL="0" indent="0">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22" name="Marcador de texto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rtlCol="0"/>
          <a:lstStyle>
            <a:lvl1pPr marL="0" indent="0">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9" name="Marcador de texto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rtlCol="0"/>
          <a:lstStyle>
            <a:lvl1pPr marL="0" indent="0">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20" name="Marcador de texto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rtlCol="0"/>
          <a:lstStyle>
            <a:lvl1pPr marL="0" indent="0">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1" name="Marcador de pie de página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42" name="Marcador de número de diapositiva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43" name="Marcador de fecha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0741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ción">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1" name="Título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rtlCol="0"/>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26" name="Marcador de texto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27" name="Marcador de texto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32" name="Marcador de texto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28" name="Marcador de texto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33" name="Marcador de texto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29" name="Marcador de texto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34" name="Marcador de texto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30" name="Marcador de texto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0" name="Marcador de pie de página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21" name="Marcador de número de diapositiva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2" name="Marcador de fecha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
        <p:nvSpPr>
          <p:cNvPr id="14" name="Marcador de posición de imagen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rtlCol="0"/>
          <a:lstStyle>
            <a:lvl1pPr marL="0" indent="0">
              <a:buNone/>
              <a:defRPr lang="es-ES" sz="100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36" name="Marcador de posición de imagen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rtlCol="0"/>
          <a:lstStyle>
            <a:lvl1pPr marL="0" indent="0">
              <a:buNone/>
              <a:defRPr lang="es-ES" sz="100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37" name="Marcador de posición de imagen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rtlCol="0"/>
          <a:lstStyle>
            <a:lvl1pPr marL="0" indent="0">
              <a:buNone/>
              <a:defRPr lang="es-ES" sz="100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38" name="Marcador de posición de imagen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rtlCol="0"/>
          <a:lstStyle>
            <a:lvl1pPr marL="0" indent="0">
              <a:buNone/>
              <a:defRPr lang="es-ES" sz="100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Tree>
    <p:extLst>
      <p:ext uri="{BB962C8B-B14F-4D97-AF65-F5344CB8AC3E}">
        <p14:creationId xmlns:p14="http://schemas.microsoft.com/office/powerpoint/2010/main" val="339131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formación general del producto">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ítulo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rtlCol="0"/>
          <a:lstStyle>
            <a:lvl1pPr algn="l">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33" name="Marcador de texto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rtlCol="0"/>
          <a:lstStyle>
            <a:lvl1pPr marL="0" indent="0" algn="l">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32" name="Marcador de texto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rtlCol="0"/>
          <a:lstStyle>
            <a:lvl1pPr marL="0" indent="0" algn="l">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58" name="Marcador de texto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rtlCol="0"/>
          <a:lstStyle>
            <a:lvl1pPr marL="0" indent="0" algn="l">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57" name="Marcador de texto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rtlCol="0"/>
          <a:lstStyle>
            <a:lvl1pPr marL="0" indent="0" algn="l">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64" name="Marcador de texto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rtlCol="0"/>
          <a:lstStyle>
            <a:lvl1pPr marL="0" indent="0" algn="l">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63" name="Marcador de texto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rtlCol="0"/>
          <a:lstStyle>
            <a:lvl1pPr marL="0" indent="0" algn="l">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67" name="Marcador de texto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rtlCol="0"/>
          <a:lstStyle>
            <a:lvl1pPr marL="0" indent="0" algn="l">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66" name="Marcador de texto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rtlCol="0"/>
          <a:lstStyle>
            <a:lvl1pPr marL="0" indent="0" algn="l">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2" name="Marcador de pie de página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23" name="Marcador de número de diapositiva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4" name="Marcador de fecha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
        <p:nvSpPr>
          <p:cNvPr id="5" name="Marcador de posición de imagen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rtlCol="0"/>
          <a:lstStyle>
            <a:lvl1pPr marL="0" indent="0">
              <a:buNone/>
              <a:defRPr lang="es-ES" sz="105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21" name="Marcador de posición de imagen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rtlCol="0"/>
          <a:lstStyle>
            <a:lvl1pPr marL="0" indent="0">
              <a:buNone/>
              <a:defRPr lang="es-ES" sz="105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25" name="Marcador de posición de imagen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rtlCol="0"/>
          <a:lstStyle>
            <a:lvl1pPr marL="0" indent="0">
              <a:buNone/>
              <a:defRPr lang="es-ES" sz="105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
        <p:nvSpPr>
          <p:cNvPr id="26" name="Marcador de posición de imagen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rtlCol="0"/>
          <a:lstStyle>
            <a:lvl1pPr marL="0" indent="0">
              <a:buNone/>
              <a:defRPr lang="es-ES" sz="1050">
                <a:solidFill>
                  <a:schemeClr val="bg1"/>
                </a:solidFill>
                <a:latin typeface="Calibri Light" panose="020F0302020204030204" pitchFamily="34" charset="0"/>
              </a:defRPr>
            </a:lvl1pPr>
          </a:lstStyle>
          <a:p>
            <a:pPr rtl="0"/>
            <a:r>
              <a:rPr lang="es-ES" noProof="0"/>
              <a:t>Haga clic en el icono para agregar una imagen</a:t>
            </a:r>
            <a:endParaRPr lang="es-ES" noProof="0" dirty="0"/>
          </a:p>
        </p:txBody>
      </p:sp>
    </p:spTree>
    <p:extLst>
      <p:ext uri="{BB962C8B-B14F-4D97-AF65-F5344CB8AC3E}">
        <p14:creationId xmlns:p14="http://schemas.microsoft.com/office/powerpoint/2010/main" val="364132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ntajas del producto">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3" name="Título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27" name="Marcador de texto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rtlCol="0" anchor="t"/>
          <a:lstStyle>
            <a:lvl1pPr marL="0" indent="0" algn="ctr">
              <a:lnSpc>
                <a:spcPct val="200000"/>
              </a:lnSpc>
              <a:spcBef>
                <a:spcPts val="0"/>
              </a:spcBef>
              <a:buNone/>
              <a:defRPr lang="es-ES" sz="1800" cap="none" spc="200" baseline="0">
                <a:solidFill>
                  <a:schemeClr val="bg1"/>
                </a:solidFill>
                <a:latin typeface="Calibri Light" panose="020F0302020204030204" pitchFamily="34" charset="0"/>
              </a:defRPr>
            </a:lvl1pPr>
          </a:lstStyle>
          <a:p>
            <a:pPr lvl="0" rtl="0"/>
            <a:r>
              <a:rPr lang="es-ES" noProof="0" dirty="0"/>
              <a:t>Haga clic para agregar un título</a:t>
            </a:r>
          </a:p>
        </p:txBody>
      </p:sp>
      <p:sp>
        <p:nvSpPr>
          <p:cNvPr id="18" name="Marcador de pie de página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9" name="Marcador de número de diapositiva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0" name="Marcador de fecha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31913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sitiva divisoria">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rtlCol="0"/>
          <a:lstStyle>
            <a:lvl1pPr algn="ctr">
              <a:defRPr lang="es-ES" sz="4800" b="1" cap="all" spc="400" baseline="0">
                <a:solidFill>
                  <a:schemeClr val="accent6"/>
                </a:solidFill>
                <a:latin typeface="Century Gothic" panose="020B0502020202020204" pitchFamily="34" charset="0"/>
              </a:defRPr>
            </a:lvl1pPr>
          </a:lstStyle>
          <a:p>
            <a:pPr rtl="0"/>
            <a:r>
              <a:rPr lang="es-ES" noProof="0" dirty="0"/>
              <a:t>Haga clic para agregar un título</a:t>
            </a:r>
          </a:p>
        </p:txBody>
      </p:sp>
    </p:spTree>
    <p:extLst>
      <p:ext uri="{BB962C8B-B14F-4D97-AF65-F5344CB8AC3E}">
        <p14:creationId xmlns:p14="http://schemas.microsoft.com/office/powerpoint/2010/main" val="425054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delo de negocio">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16" name="Título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10" name="Marcador de texto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11" name="Marcador de texto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 name="Marcador de texto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13" name="Marcador de texto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4" name="Marcador de texto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rtlCol="0"/>
          <a:lstStyle>
            <a:lvl1pPr marL="0" indent="0" algn="ctr">
              <a:buNone/>
              <a:defRPr lang="es-ES" sz="1600" b="1" cap="none" spc="200" baseline="0">
                <a:solidFill>
                  <a:schemeClr val="accent6"/>
                </a:solidFill>
                <a:latin typeface="Century Gothic" panose="020B0502020202020204" pitchFamily="34" charset="0"/>
              </a:defRPr>
            </a:lvl1pPr>
          </a:lstStyle>
          <a:p>
            <a:pPr lvl="0" rtl="0"/>
            <a:r>
              <a:rPr lang="es-ES" noProof="0" dirty="0"/>
              <a:t>Haga clic para agregar un título</a:t>
            </a:r>
          </a:p>
        </p:txBody>
      </p:sp>
      <p:sp>
        <p:nvSpPr>
          <p:cNvPr id="15" name="Marcador de texto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rtlCol="0"/>
          <a:lstStyle>
            <a:lvl1pPr marL="0" indent="0" algn="ctr">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0" name="Marcador de pie de página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21" name="Marcador de número de diapositiva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2" name="Marcador de fecha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38528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formación general sobre oportunidades comerciales">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rtlCol="0"/>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10" name="Marcador de texto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rtlCol="0" anchor="b"/>
          <a:lstStyle>
            <a:lvl1pPr marL="0" indent="0" algn="l">
              <a:buNone/>
              <a:defRPr lang="es-ES" sz="5400" b="1" kern="0" cap="all" spc="400" baseline="0">
                <a:solidFill>
                  <a:schemeClr val="accent6"/>
                </a:solidFill>
                <a:latin typeface="Century Gothic" panose="020B0502020202020204" pitchFamily="34" charset="0"/>
              </a:defRPr>
            </a:lvl1pPr>
          </a:lstStyle>
          <a:p>
            <a:pPr lvl="0" rtl="0"/>
            <a:r>
              <a:rPr lang="es-ES" noProof="0" dirty="0"/>
              <a:t>Agregar título</a:t>
            </a:r>
          </a:p>
        </p:txBody>
      </p:sp>
      <p:sp>
        <p:nvSpPr>
          <p:cNvPr id="13" name="Marcador de texto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rtlCol="0" anchor="t"/>
          <a:lstStyle>
            <a:lvl1pPr marL="0" indent="0" algn="l">
              <a:lnSpc>
                <a:spcPct val="150000"/>
              </a:lnSpc>
              <a:spcBef>
                <a:spcPts val="0"/>
              </a:spcBef>
              <a:buClr>
                <a:schemeClr val="accent6"/>
              </a:buClr>
              <a:buFont typeface="Courier New" panose="02070309020205020404" pitchFamily="49" charset="0"/>
              <a:buNone/>
              <a:defRPr lang="es-ES" sz="1400" cap="none" spc="0" baseline="0">
                <a:solidFill>
                  <a:schemeClr val="bg1"/>
                </a:solidFill>
                <a:latin typeface="Calibri Light" panose="020F0302020204030204" pitchFamily="34" charset="0"/>
              </a:defRPr>
            </a:lvl1pPr>
          </a:lstStyle>
          <a:p>
            <a:pPr lvl="0" rtl="0"/>
            <a:r>
              <a:rPr lang="es-ES" noProof="0" dirty="0"/>
              <a:t>Agregue texto aquí</a:t>
            </a:r>
          </a:p>
        </p:txBody>
      </p:sp>
      <p:sp>
        <p:nvSpPr>
          <p:cNvPr id="25" name="Marcador de texto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rtlCol="0" anchor="b"/>
          <a:lstStyle>
            <a:lvl1pPr marL="0" indent="0" algn="l">
              <a:buNone/>
              <a:defRPr lang="es-ES" sz="5400" b="1" kern="0" cap="all" spc="400" baseline="0">
                <a:solidFill>
                  <a:schemeClr val="accent6"/>
                </a:solidFill>
                <a:latin typeface="Century Gothic" panose="020B0502020202020204" pitchFamily="34" charset="0"/>
              </a:defRPr>
            </a:lvl1pPr>
          </a:lstStyle>
          <a:p>
            <a:pPr lvl="0" rtl="0"/>
            <a:r>
              <a:rPr lang="es-ES" noProof="0" dirty="0"/>
              <a:t>Agregar título</a:t>
            </a:r>
          </a:p>
        </p:txBody>
      </p:sp>
      <p:sp>
        <p:nvSpPr>
          <p:cNvPr id="33" name="Marcador de texto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rtlCol="0" anchor="t"/>
          <a:lstStyle>
            <a:lvl1pPr marL="0" indent="0" algn="l">
              <a:lnSpc>
                <a:spcPct val="150000"/>
              </a:lnSpc>
              <a:spcBef>
                <a:spcPts val="0"/>
              </a:spcBef>
              <a:buClr>
                <a:schemeClr val="accent6"/>
              </a:buClr>
              <a:buFont typeface="Courier New" panose="02070309020205020404" pitchFamily="49" charset="0"/>
              <a:buNone/>
              <a:defRPr lang="es-ES" sz="1400" cap="none" spc="0" baseline="0">
                <a:solidFill>
                  <a:schemeClr val="bg1"/>
                </a:solidFill>
                <a:latin typeface="Calibri Light" panose="020F0302020204030204" pitchFamily="34" charset="0"/>
              </a:defRPr>
            </a:lvl1pPr>
          </a:lstStyle>
          <a:p>
            <a:pPr lvl="0" rtl="0"/>
            <a:r>
              <a:rPr lang="es-ES" noProof="0" dirty="0"/>
              <a:t>Agregue texto aquí</a:t>
            </a:r>
          </a:p>
        </p:txBody>
      </p:sp>
      <p:sp>
        <p:nvSpPr>
          <p:cNvPr id="27" name="Marcador de texto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rtlCol="0" anchor="b"/>
          <a:lstStyle>
            <a:lvl1pPr marL="0" indent="0" algn="l">
              <a:buNone/>
              <a:defRPr lang="es-ES" sz="5400" b="1" kern="0" cap="all" spc="400" baseline="0">
                <a:solidFill>
                  <a:schemeClr val="accent6"/>
                </a:solidFill>
                <a:latin typeface="Century Gothic" panose="020B0502020202020204" pitchFamily="34" charset="0"/>
              </a:defRPr>
            </a:lvl1pPr>
          </a:lstStyle>
          <a:p>
            <a:pPr lvl="0" rtl="0"/>
            <a:r>
              <a:rPr lang="es-ES" noProof="0" dirty="0"/>
              <a:t>Agregar título</a:t>
            </a:r>
          </a:p>
        </p:txBody>
      </p:sp>
      <p:sp>
        <p:nvSpPr>
          <p:cNvPr id="36" name="Marcador de texto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rtlCol="0" anchor="t"/>
          <a:lstStyle>
            <a:lvl1pPr marL="0" indent="0" algn="l">
              <a:lnSpc>
                <a:spcPct val="150000"/>
              </a:lnSpc>
              <a:spcBef>
                <a:spcPts val="0"/>
              </a:spcBef>
              <a:buClr>
                <a:schemeClr val="accent6"/>
              </a:buClr>
              <a:buFont typeface="Courier New" panose="02070309020205020404" pitchFamily="49" charset="0"/>
              <a:buNone/>
              <a:defRPr lang="es-ES" sz="1400" cap="none" spc="0" baseline="0">
                <a:solidFill>
                  <a:schemeClr val="bg1"/>
                </a:solidFill>
                <a:latin typeface="Calibri Light" panose="020F0302020204030204" pitchFamily="34" charset="0"/>
              </a:defRPr>
            </a:lvl1pPr>
          </a:lstStyle>
          <a:p>
            <a:pPr lvl="0" rtl="0"/>
            <a:r>
              <a:rPr lang="es-ES" noProof="0" dirty="0"/>
              <a:t>Agregue texto aquí</a:t>
            </a:r>
          </a:p>
        </p:txBody>
      </p:sp>
      <p:sp>
        <p:nvSpPr>
          <p:cNvPr id="20" name="Marcador de pie de página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dirty="0"/>
          </a:p>
        </p:txBody>
      </p:sp>
      <p:sp>
        <p:nvSpPr>
          <p:cNvPr id="21" name="Marcador de número de diapositiva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2" name="Marcador de fecha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307876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oportunidades comerciales">
    <p:spTree>
      <p:nvGrpSpPr>
        <p:cNvPr id="1" name=""/>
        <p:cNvGrpSpPr/>
        <p:nvPr/>
      </p:nvGrpSpPr>
      <p:grpSpPr>
        <a:xfrm>
          <a:off x="0" y="0"/>
          <a:ext cx="0" cy="0"/>
          <a:chOff x="0" y="0"/>
          <a:chExt cx="0" cy="0"/>
        </a:xfrm>
      </p:grpSpPr>
      <p:pic>
        <p:nvPicPr>
          <p:cNvPr id="37" name="Gráfico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rtlCol="0"/>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25" name="Marcador de texto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rtlCol="0" anchor="ctr"/>
          <a:lstStyle>
            <a:lvl1pPr marL="0" indent="0" algn="l">
              <a:buNone/>
              <a:defRPr lang="es-ES" sz="5400" b="1" cap="all" spc="400" baseline="0">
                <a:solidFill>
                  <a:schemeClr val="accent6"/>
                </a:solidFill>
                <a:latin typeface="Century Gothic" panose="020B0502020202020204" pitchFamily="34" charset="0"/>
              </a:defRPr>
            </a:lvl1pPr>
          </a:lstStyle>
          <a:p>
            <a:pPr lvl="0" rtl="0"/>
            <a:r>
              <a:rPr lang="es-ES" noProof="0" dirty="0"/>
              <a:t>texto</a:t>
            </a:r>
          </a:p>
        </p:txBody>
      </p:sp>
      <p:sp>
        <p:nvSpPr>
          <p:cNvPr id="26" name="Marcador de texto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rtlCol="0"/>
          <a:lstStyle>
            <a:lvl1pPr marL="0" indent="0" algn="l">
              <a:buNone/>
              <a:defRPr lang="es-ES" sz="18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27" name="Marcador de texto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rtlCol="0"/>
          <a:lstStyle>
            <a:lvl1pPr marL="0" indent="0" algn="l">
              <a:buNone/>
              <a:defRPr lang="es-ES" sz="14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28" name="Marcador de texto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rtlCol="0" anchor="ctr"/>
          <a:lstStyle>
            <a:lvl1pPr marL="0" indent="0" algn="l">
              <a:buNone/>
              <a:defRPr lang="es-ES" sz="5400" b="1" cap="all" spc="400" baseline="0">
                <a:solidFill>
                  <a:schemeClr val="accent6"/>
                </a:solidFill>
                <a:latin typeface="Century Gothic" panose="020B0502020202020204" pitchFamily="34" charset="0"/>
              </a:defRPr>
            </a:lvl1pPr>
          </a:lstStyle>
          <a:p>
            <a:pPr lvl="0" rtl="0"/>
            <a:r>
              <a:rPr lang="es-ES" noProof="0" dirty="0"/>
              <a:t>texto</a:t>
            </a:r>
          </a:p>
        </p:txBody>
      </p:sp>
      <p:sp>
        <p:nvSpPr>
          <p:cNvPr id="29" name="Marcador de texto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rtlCol="0"/>
          <a:lstStyle>
            <a:lvl1pPr marL="0" indent="0" algn="l">
              <a:buNone/>
              <a:defRPr lang="es-ES" sz="18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30" name="Marcador de texto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rtlCol="0"/>
          <a:lstStyle>
            <a:lvl1pPr marL="0" indent="0" algn="l">
              <a:buNone/>
              <a:defRPr lang="es-ES" sz="14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31" name="Marcador de texto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rtlCol="0" anchor="ctr"/>
          <a:lstStyle>
            <a:lvl1pPr marL="0" indent="0" algn="l">
              <a:buNone/>
              <a:defRPr lang="es-ES" sz="5400" b="1" cap="all" spc="400" baseline="0">
                <a:solidFill>
                  <a:schemeClr val="accent6"/>
                </a:solidFill>
                <a:latin typeface="Century Gothic" panose="020B0502020202020204" pitchFamily="34" charset="0"/>
              </a:defRPr>
            </a:lvl1pPr>
          </a:lstStyle>
          <a:p>
            <a:pPr lvl="0" rtl="0"/>
            <a:r>
              <a:rPr lang="es-ES" noProof="0" dirty="0"/>
              <a:t>texto</a:t>
            </a:r>
          </a:p>
        </p:txBody>
      </p:sp>
      <p:sp>
        <p:nvSpPr>
          <p:cNvPr id="32" name="Marcador de texto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rtlCol="0"/>
          <a:lstStyle>
            <a:lvl1pPr marL="0" indent="0" algn="l">
              <a:buNone/>
              <a:defRPr lang="es-ES" sz="18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33" name="Marcador de texto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rtlCol="0"/>
          <a:lstStyle>
            <a:lvl1pPr marL="0" indent="0" algn="l">
              <a:buNone/>
              <a:defRPr lang="es-ES" sz="14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21" name="Marcador de pie de página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dirty="0"/>
          </a:p>
        </p:txBody>
      </p:sp>
      <p:sp>
        <p:nvSpPr>
          <p:cNvPr id="22" name="Marcador de número de diapositiva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3" name="Marcador de fecha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60807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estra competencia">
    <p:spTree>
      <p:nvGrpSpPr>
        <p:cNvPr id="1" name=""/>
        <p:cNvGrpSpPr/>
        <p:nvPr/>
      </p:nvGrpSpPr>
      <p:grpSpPr>
        <a:xfrm>
          <a:off x="0" y="0"/>
          <a:ext cx="0" cy="0"/>
          <a:chOff x="0" y="0"/>
          <a:chExt cx="0" cy="0"/>
        </a:xfrm>
      </p:grpSpPr>
      <p:pic>
        <p:nvPicPr>
          <p:cNvPr id="31" name="Gráfico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rtlCol="0"/>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24" name="Marcador de texto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rtlCol="0"/>
          <a:lstStyle>
            <a:lvl1pPr marL="0" indent="0" algn="l">
              <a:buNone/>
              <a:defRPr lang="es-ES" sz="1600" b="1" cap="all" spc="200" baseline="0">
                <a:solidFill>
                  <a:schemeClr val="accent6"/>
                </a:solidFill>
                <a:latin typeface="Century Gothic" panose="020B0502020202020204" pitchFamily="34" charset="0"/>
              </a:defRPr>
            </a:lvl1pPr>
          </a:lstStyle>
          <a:p>
            <a:pPr lvl="0" rtl="0"/>
            <a:r>
              <a:rPr lang="es-ES" noProof="0" dirty="0"/>
              <a:t>Agregar subtítulo</a:t>
            </a:r>
          </a:p>
        </p:txBody>
      </p:sp>
      <p:sp>
        <p:nvSpPr>
          <p:cNvPr id="25" name="Marcador de texto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rtlCol="0"/>
          <a:lstStyle>
            <a:lvl1pPr marL="0" indent="0" algn="l">
              <a:lnSpc>
                <a:spcPct val="150000"/>
              </a:lnSpc>
              <a:spcBef>
                <a:spcPts val="0"/>
              </a:spcBef>
              <a:spcAft>
                <a:spcPts val="1200"/>
              </a:spcAft>
              <a:buClr>
                <a:schemeClr val="accent6"/>
              </a:buClr>
              <a:buFont typeface="Courier New" panose="02070309020205020404" pitchFamily="49" charset="0"/>
              <a:buNone/>
              <a:defRPr lang="es-ES" sz="1400" cap="none" spc="0" baseline="0">
                <a:solidFill>
                  <a:schemeClr val="bg1"/>
                </a:solidFill>
                <a:latin typeface="Calibri Light" panose="020F0302020204030204" pitchFamily="34" charset="0"/>
              </a:defRPr>
            </a:lvl1pPr>
          </a:lstStyle>
          <a:p>
            <a:pPr lvl="0" rtl="0"/>
            <a:r>
              <a:rPr lang="es-ES" noProof="0" dirty="0"/>
              <a:t>Agregue texto aquí</a:t>
            </a:r>
          </a:p>
        </p:txBody>
      </p:sp>
      <p:sp>
        <p:nvSpPr>
          <p:cNvPr id="26" name="Marcador de texto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rtlCol="0"/>
          <a:lstStyle>
            <a:lvl1pPr marL="0" indent="0" algn="l">
              <a:buNone/>
              <a:defRPr lang="es-ES" sz="1600" b="1" cap="all" spc="200" baseline="0">
                <a:solidFill>
                  <a:schemeClr val="accent6"/>
                </a:solidFill>
                <a:latin typeface="Century Gothic" panose="020B0502020202020204" pitchFamily="34" charset="0"/>
              </a:defRPr>
            </a:lvl1pPr>
          </a:lstStyle>
          <a:p>
            <a:pPr lvl="0" rtl="0"/>
            <a:r>
              <a:rPr lang="es-ES" noProof="0" dirty="0"/>
              <a:t>Agregar subtítulo</a:t>
            </a:r>
          </a:p>
        </p:txBody>
      </p:sp>
      <p:sp>
        <p:nvSpPr>
          <p:cNvPr id="27" name="Marcador de texto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rtlCol="0"/>
          <a:lstStyle>
            <a:lvl1pPr marL="0" indent="0" algn="l">
              <a:lnSpc>
                <a:spcPct val="150000"/>
              </a:lnSpc>
              <a:spcBef>
                <a:spcPts val="0"/>
              </a:spcBef>
              <a:spcAft>
                <a:spcPts val="1200"/>
              </a:spcAft>
              <a:buClr>
                <a:schemeClr val="accent6"/>
              </a:buClr>
              <a:buFont typeface="Courier New" panose="02070309020205020404" pitchFamily="49" charset="0"/>
              <a:buNone/>
              <a:defRPr lang="es-ES" sz="1400" cap="none" spc="0" baseline="0">
                <a:solidFill>
                  <a:schemeClr val="bg1"/>
                </a:solidFill>
                <a:latin typeface="Calibri Light" panose="020F0302020204030204" pitchFamily="34" charset="0"/>
              </a:defRPr>
            </a:lvl1pPr>
          </a:lstStyle>
          <a:p>
            <a:pPr lvl="0" rtl="0"/>
            <a:r>
              <a:rPr lang="es-ES" noProof="0" dirty="0"/>
              <a:t>Agregue texto aquí</a:t>
            </a:r>
          </a:p>
        </p:txBody>
      </p:sp>
      <p:sp>
        <p:nvSpPr>
          <p:cNvPr id="21" name="Marcador de pie de página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22" name="Marcador de número de diapositiva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3" name="Marcador de fecha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32721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estra competencia v2">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32" name="Marcador de texto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rtlCol="0" anchor="ctr"/>
          <a:lstStyle>
            <a:lvl1pPr marL="0" indent="0" algn="ctr">
              <a:lnSpc>
                <a:spcPct val="100000"/>
              </a:lnSpc>
              <a:buNone/>
              <a:defRPr lang="es-ES" sz="10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40" name="Marcador de texto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rtlCol="0" anchor="ctr"/>
          <a:lstStyle>
            <a:lvl1pPr marL="0" indent="0" algn="ctr">
              <a:lnSpc>
                <a:spcPct val="100000"/>
              </a:lnSpc>
              <a:buNone/>
              <a:defRPr lang="es-ES" sz="1800" b="1" cap="all" spc="200" baseline="0">
                <a:solidFill>
                  <a:schemeClr val="accent3"/>
                </a:solidFill>
                <a:latin typeface="Century Gothic" panose="020B0502020202020204" pitchFamily="34" charset="0"/>
              </a:defRPr>
            </a:lvl1pPr>
          </a:lstStyle>
          <a:p>
            <a:pPr lvl="0" rtl="0"/>
            <a:r>
              <a:rPr lang="es-ES" noProof="0" dirty="0"/>
              <a:t>Haga clic para agregar un nombre</a:t>
            </a:r>
          </a:p>
        </p:txBody>
      </p:sp>
      <p:sp>
        <p:nvSpPr>
          <p:cNvPr id="54" name="Marcador de texto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rtlCol="0" anchor="ctr"/>
          <a:lstStyle>
            <a:lvl1pPr marL="0" indent="0" algn="ctr">
              <a:lnSpc>
                <a:spcPct val="100000"/>
              </a:lnSpc>
              <a:buNone/>
              <a:defRPr lang="es-ES" sz="1600" b="1" cap="all" spc="200" baseline="0">
                <a:solidFill>
                  <a:schemeClr val="bg1"/>
                </a:solidFill>
                <a:latin typeface="Century Gothic" panose="020B0502020202020204" pitchFamily="34" charset="0"/>
              </a:defRPr>
            </a:lvl1pPr>
          </a:lstStyle>
          <a:p>
            <a:pPr lvl="0" rtl="0"/>
            <a:r>
              <a:rPr lang="es-ES" noProof="0" dirty="0"/>
              <a:t>Haga clic para agregar un nombre</a:t>
            </a:r>
          </a:p>
        </p:txBody>
      </p:sp>
      <p:sp>
        <p:nvSpPr>
          <p:cNvPr id="49" name="Marcador de texto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rtlCol="0" anchor="ctr"/>
          <a:lstStyle>
            <a:lvl1pPr marL="0" indent="0" algn="ctr">
              <a:lnSpc>
                <a:spcPct val="100000"/>
              </a:lnSpc>
              <a:buNone/>
              <a:defRPr lang="es-ES" sz="10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38" name="Marcador de texto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rtlCol="0" anchor="ctr"/>
          <a:lstStyle>
            <a:lvl1pPr marL="0" indent="0" algn="ctr">
              <a:lnSpc>
                <a:spcPct val="100000"/>
              </a:lnSpc>
              <a:buNone/>
              <a:defRPr lang="es-ES" sz="10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44" name="Marcador de texto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rtlCol="0" anchor="ctr"/>
          <a:lstStyle>
            <a:lvl1pPr marL="0" indent="0" algn="ctr">
              <a:lnSpc>
                <a:spcPct val="100000"/>
              </a:lnSpc>
              <a:buNone/>
              <a:defRPr lang="es-ES" sz="1800" b="1" cap="all" spc="200" baseline="0">
                <a:solidFill>
                  <a:schemeClr val="accent1">
                    <a:lumMod val="50000"/>
                    <a:lumOff val="50000"/>
                  </a:schemeClr>
                </a:solidFill>
                <a:latin typeface="Century Gothic" panose="020B0502020202020204" pitchFamily="34" charset="0"/>
              </a:defRPr>
            </a:lvl1pPr>
          </a:lstStyle>
          <a:p>
            <a:pPr lvl="0" rtl="0"/>
            <a:r>
              <a:rPr lang="es-ES" noProof="0" dirty="0"/>
              <a:t>Haga clic para agregar un nombre</a:t>
            </a:r>
          </a:p>
        </p:txBody>
      </p:sp>
      <p:sp>
        <p:nvSpPr>
          <p:cNvPr id="42" name="Marcador de texto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rtlCol="0" anchor="ctr"/>
          <a:lstStyle>
            <a:lvl1pPr marL="0" indent="0" algn="ctr">
              <a:lnSpc>
                <a:spcPct val="100000"/>
              </a:lnSpc>
              <a:buNone/>
              <a:defRPr lang="es-ES" sz="1800" b="1" cap="all" spc="200" baseline="0">
                <a:solidFill>
                  <a:schemeClr val="accent5"/>
                </a:solidFill>
                <a:latin typeface="Century Gothic" panose="020B0502020202020204" pitchFamily="34" charset="0"/>
              </a:defRPr>
            </a:lvl1pPr>
          </a:lstStyle>
          <a:p>
            <a:pPr lvl="0" rtl="0"/>
            <a:r>
              <a:rPr lang="es-ES" noProof="0" dirty="0"/>
              <a:t>Haga clic para agregar un nombre</a:t>
            </a:r>
          </a:p>
        </p:txBody>
      </p:sp>
      <p:sp>
        <p:nvSpPr>
          <p:cNvPr id="46" name="Marcador de texto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rtlCol="0" anchor="ctr"/>
          <a:lstStyle>
            <a:lvl1pPr marL="0" indent="0" algn="ctr">
              <a:lnSpc>
                <a:spcPct val="100000"/>
              </a:lnSpc>
              <a:buNone/>
              <a:defRPr lang="es-ES" sz="1800" b="1" cap="all" spc="200" baseline="0">
                <a:solidFill>
                  <a:schemeClr val="accent6">
                    <a:lumMod val="75000"/>
                  </a:schemeClr>
                </a:solidFill>
                <a:latin typeface="Century Gothic" panose="020B0502020202020204" pitchFamily="34" charset="0"/>
              </a:defRPr>
            </a:lvl1pPr>
          </a:lstStyle>
          <a:p>
            <a:pPr lvl="0" rtl="0"/>
            <a:r>
              <a:rPr lang="es-ES" noProof="0" dirty="0"/>
              <a:t>Haga clic para agregar un nombre</a:t>
            </a:r>
          </a:p>
        </p:txBody>
      </p:sp>
      <p:sp>
        <p:nvSpPr>
          <p:cNvPr id="34" name="Marcador de texto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rtlCol="0" anchor="ctr"/>
          <a:lstStyle>
            <a:lvl1pPr marL="0" indent="0" algn="ctr">
              <a:lnSpc>
                <a:spcPct val="100000"/>
              </a:lnSpc>
              <a:buNone/>
              <a:defRPr lang="es-ES" sz="1000" b="1" cap="all" spc="200" baseline="0">
                <a:solidFill>
                  <a:schemeClr val="accent6"/>
                </a:solidFill>
                <a:latin typeface="Century Gothic" panose="020B0502020202020204" pitchFamily="34" charset="0"/>
              </a:defRPr>
            </a:lvl1pPr>
          </a:lstStyle>
          <a:p>
            <a:pPr lvl="0" rtl="0"/>
            <a:r>
              <a:rPr lang="es-ES" noProof="0" dirty="0"/>
              <a:t>Hacer clic para agregar el nombre</a:t>
            </a:r>
          </a:p>
        </p:txBody>
      </p:sp>
      <p:sp>
        <p:nvSpPr>
          <p:cNvPr id="48" name="Marcador de texto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rtlCol="0" anchor="ctr"/>
          <a:lstStyle>
            <a:lvl1pPr marL="0" indent="0" algn="ctr">
              <a:lnSpc>
                <a:spcPct val="100000"/>
              </a:lnSpc>
              <a:buNone/>
              <a:defRPr lang="es-ES" sz="1800" b="1" cap="all" spc="200" baseline="0">
                <a:solidFill>
                  <a:schemeClr val="bg1">
                    <a:lumMod val="75000"/>
                  </a:schemeClr>
                </a:solidFill>
                <a:latin typeface="Century Gothic" panose="020B0502020202020204" pitchFamily="34" charset="0"/>
              </a:defRPr>
            </a:lvl1pPr>
          </a:lstStyle>
          <a:p>
            <a:pPr lvl="0" rtl="0"/>
            <a:r>
              <a:rPr lang="es-ES" noProof="0" dirty="0"/>
              <a:t>Haga clic para agregar un nombre</a:t>
            </a:r>
          </a:p>
        </p:txBody>
      </p:sp>
      <p:cxnSp>
        <p:nvCxnSpPr>
          <p:cNvPr id="17" name="Conector recto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Conector recto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Marcador de pie de página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dirty="0"/>
          </a:p>
        </p:txBody>
      </p:sp>
      <p:sp>
        <p:nvSpPr>
          <p:cNvPr id="22" name="Marcador de número de diapositiva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1"/>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23" name="Marcador de fecha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279454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strategia de crecimiento">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3" name="Título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rtlCol="0" anchor="b"/>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8" name="Marcador de texto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rtlCol="0"/>
          <a:lstStyle>
            <a:lvl1pPr marL="0" indent="0" algn="ctr">
              <a:buNone/>
              <a:defRPr lang="es-ES" sz="18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10" name="Marcador de texto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rtlCol="0" anchor="ctr"/>
          <a:lstStyle>
            <a:lvl1pPr marL="0" indent="0" algn="ctr">
              <a:lnSpc>
                <a:spcPct val="100000"/>
              </a:lnSpc>
              <a:buNone/>
              <a:defRPr lang="es-ES" sz="16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17" name="Marcador de texto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rtlCol="0" anchor="ctr"/>
          <a:lstStyle>
            <a:lvl1pPr marL="0" indent="0" algn="ctr">
              <a:lnSpc>
                <a:spcPct val="100000"/>
              </a:lnSpc>
              <a:buNone/>
              <a:defRPr lang="es-ES" sz="16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19" name="Marcador de texto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rtlCol="0" anchor="ctr"/>
          <a:lstStyle>
            <a:lvl1pPr marL="0" indent="0" algn="ctr">
              <a:lnSpc>
                <a:spcPct val="100000"/>
              </a:lnSpc>
              <a:buNone/>
              <a:defRPr lang="es-ES" sz="1600" b="1" cap="all" spc="200" baseline="0">
                <a:solidFill>
                  <a:schemeClr val="accent6"/>
                </a:solidFill>
                <a:latin typeface="Century Gothic" panose="020B0502020202020204" pitchFamily="34" charset="0"/>
              </a:defRPr>
            </a:lvl1pPr>
          </a:lstStyle>
          <a:p>
            <a:pPr lvl="0" rtl="0"/>
            <a:r>
              <a:rPr lang="es-ES" noProof="0" dirty="0"/>
              <a:t>Haga clic para agregar un nombre</a:t>
            </a:r>
          </a:p>
        </p:txBody>
      </p:sp>
      <p:sp>
        <p:nvSpPr>
          <p:cNvPr id="20" name="Marcador de texto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rtlCol="0"/>
          <a:lstStyle>
            <a:lvl1pPr marL="0" indent="0" algn="ctr">
              <a:lnSpc>
                <a:spcPct val="125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1" name="Marcador de texto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rtlCol="0"/>
          <a:lstStyle>
            <a:lvl1pPr marL="0" indent="0" algn="ctr">
              <a:lnSpc>
                <a:spcPct val="125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22" name="Marcador de texto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rtlCol="0"/>
          <a:lstStyle>
            <a:lvl1pPr marL="0" indent="0" algn="ctr">
              <a:lnSpc>
                <a:spcPct val="125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 name="Marcador de pie de página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858706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vance">
    <p:spTree>
      <p:nvGrpSpPr>
        <p:cNvPr id="1" name=""/>
        <p:cNvGrpSpPr/>
        <p:nvPr/>
      </p:nvGrpSpPr>
      <p:grpSpPr>
        <a:xfrm>
          <a:off x="0" y="0"/>
          <a:ext cx="0" cy="0"/>
          <a:chOff x="0" y="0"/>
          <a:chExt cx="0" cy="0"/>
        </a:xfrm>
      </p:grpSpPr>
      <p:pic>
        <p:nvPicPr>
          <p:cNvPr id="36" name="Gráfico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3371"/>
            <a:ext cx="12192000" cy="6858000"/>
          </a:xfrm>
          <a:prstGeom prst="rect">
            <a:avLst/>
          </a:prstGeom>
        </p:spPr>
      </p:pic>
      <p:sp>
        <p:nvSpPr>
          <p:cNvPr id="2" name="Título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rtlCol="0" anchor="b"/>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10" name="Marcador de texto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rtlCol="0"/>
          <a:lstStyle>
            <a:lvl1pPr marL="0" indent="0" algn="ctr">
              <a:buNone/>
              <a:defRPr lang="es-ES" sz="1800" cap="none" spc="200" baseline="0">
                <a:solidFill>
                  <a:schemeClr val="bg1"/>
                </a:solidFill>
                <a:latin typeface="Calibri Light" panose="020F0302020204030204" pitchFamily="34" charset="0"/>
              </a:defRPr>
            </a:lvl1pPr>
          </a:lstStyle>
          <a:p>
            <a:pPr lvl="0" rtl="0"/>
            <a:r>
              <a:rPr lang="es-ES" noProof="0" dirty="0"/>
              <a:t>Agregar subtítulo</a:t>
            </a:r>
          </a:p>
        </p:txBody>
      </p:sp>
      <p:sp>
        <p:nvSpPr>
          <p:cNvPr id="39" name="Marcador de texto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rtlCol="0"/>
          <a:lstStyle>
            <a:lvl1pPr marL="0" indent="0" algn="l">
              <a:buNone/>
              <a:defRPr lang="es-ES" sz="1600" b="1" cap="none" spc="200" baseline="0">
                <a:solidFill>
                  <a:schemeClr val="bg1"/>
                </a:solidFill>
                <a:latin typeface="Century Gothic" panose="020B0502020202020204" pitchFamily="34" charset="0"/>
              </a:defRPr>
            </a:lvl1pPr>
          </a:lstStyle>
          <a:p>
            <a:pPr lvl="0" rtl="0"/>
            <a:r>
              <a:rPr lang="es-ES" noProof="0" dirty="0"/>
              <a:t>Haga clic para agregar un título</a:t>
            </a:r>
          </a:p>
        </p:txBody>
      </p:sp>
      <p:sp>
        <p:nvSpPr>
          <p:cNvPr id="4" name="Marcador de contenido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rtlCol="0"/>
          <a:lstStyle>
            <a:lvl1pPr>
              <a:defRPr lang="es-ES">
                <a:solidFill>
                  <a:schemeClr val="bg1"/>
                </a:solidFill>
                <a:latin typeface="Calibri Light" panose="020F0302020204030204" pitchFamily="34" charset="0"/>
              </a:defRPr>
            </a:lvl1pPr>
            <a:lvl2pPr>
              <a:defRPr lang="es-ES">
                <a:solidFill>
                  <a:schemeClr val="bg1"/>
                </a:solidFill>
                <a:latin typeface="Calibri Light" panose="020F0302020204030204" pitchFamily="34" charset="0"/>
              </a:defRPr>
            </a:lvl2pPr>
            <a:lvl3pPr>
              <a:defRPr lang="es-ES">
                <a:solidFill>
                  <a:schemeClr val="bg1"/>
                </a:solidFill>
                <a:latin typeface="Calibri Light" panose="020F0302020204030204" pitchFamily="34" charset="0"/>
              </a:defRPr>
            </a:lvl3pPr>
            <a:lvl4pPr>
              <a:defRPr lang="es-ES">
                <a:solidFill>
                  <a:schemeClr val="bg1"/>
                </a:solidFill>
                <a:latin typeface="Calibri Light" panose="020F0302020204030204" pitchFamily="34" charset="0"/>
              </a:defRPr>
            </a:lvl4pPr>
            <a:lvl5pPr>
              <a:defRPr lang="es-ES">
                <a:solidFill>
                  <a:schemeClr val="bg1"/>
                </a:solidFill>
                <a:latin typeface="Calibri Light" panose="020F0302020204030204" pitchFamily="34" charset="0"/>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0" name="Marcador de texto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rtlCol="0"/>
          <a:lstStyle>
            <a:lvl1pPr marL="0" indent="0" algn="l">
              <a:buNone/>
              <a:defRPr lang="es-ES" sz="1600" b="1" cap="none" spc="200" baseline="0">
                <a:solidFill>
                  <a:schemeClr val="bg1"/>
                </a:solidFill>
                <a:latin typeface="Century Gothic" panose="020B0502020202020204" pitchFamily="34" charset="0"/>
              </a:defRPr>
            </a:lvl1pPr>
          </a:lstStyle>
          <a:p>
            <a:pPr lvl="0" rtl="0"/>
            <a:r>
              <a:rPr lang="es-ES" noProof="0" dirty="0"/>
              <a:t>Haga clic para agregar un título</a:t>
            </a:r>
          </a:p>
        </p:txBody>
      </p:sp>
      <p:sp>
        <p:nvSpPr>
          <p:cNvPr id="12" name="Marcador de pie de página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
        <p:nvSpPr>
          <p:cNvPr id="34" name="Marcador de contenido 3">
            <a:extLst>
              <a:ext uri="{FF2B5EF4-FFF2-40B4-BE49-F238E27FC236}">
                <a16:creationId xmlns:a16="http://schemas.microsoft.com/office/drawing/2014/main" id="{C1979EE6-6944-48F0-87CE-65E90A3ACC71}"/>
              </a:ext>
            </a:extLst>
          </p:cNvPr>
          <p:cNvSpPr>
            <a:spLocks noGrp="1"/>
          </p:cNvSpPr>
          <p:nvPr>
            <p:ph sz="quarter" idx="33"/>
          </p:nvPr>
        </p:nvSpPr>
        <p:spPr>
          <a:xfrm>
            <a:off x="6433647" y="3333750"/>
            <a:ext cx="4352925" cy="2636837"/>
          </a:xfrm>
          <a:prstGeom prst="rect">
            <a:avLst/>
          </a:prstGeom>
        </p:spPr>
        <p:txBody>
          <a:bodyPr rtlCol="0"/>
          <a:lstStyle>
            <a:lvl1pPr>
              <a:defRPr lang="es-ES">
                <a:solidFill>
                  <a:schemeClr val="bg1"/>
                </a:solidFill>
                <a:latin typeface="Calibri Light" panose="020F0302020204030204" pitchFamily="34" charset="0"/>
              </a:defRPr>
            </a:lvl1pPr>
            <a:lvl2pPr>
              <a:defRPr lang="es-ES">
                <a:solidFill>
                  <a:schemeClr val="bg1"/>
                </a:solidFill>
                <a:latin typeface="Calibri Light" panose="020F0302020204030204" pitchFamily="34" charset="0"/>
              </a:defRPr>
            </a:lvl2pPr>
            <a:lvl3pPr>
              <a:defRPr lang="es-ES">
                <a:solidFill>
                  <a:schemeClr val="bg1"/>
                </a:solidFill>
                <a:latin typeface="Calibri Light" panose="020F0302020204030204" pitchFamily="34" charset="0"/>
              </a:defRPr>
            </a:lvl3pPr>
            <a:lvl4pPr>
              <a:defRPr lang="es-ES">
                <a:solidFill>
                  <a:schemeClr val="bg1"/>
                </a:solidFill>
                <a:latin typeface="Calibri Light" panose="020F0302020204030204" pitchFamily="34" charset="0"/>
              </a:defRPr>
            </a:lvl4pPr>
            <a:lvl5pPr>
              <a:defRPr lang="es-ES">
                <a:solidFill>
                  <a:schemeClr val="bg1"/>
                </a:solidFill>
                <a:latin typeface="Calibri Light" panose="020F0302020204030204" pitchFamily="34" charset="0"/>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Tree>
    <p:extLst>
      <p:ext uri="{BB962C8B-B14F-4D97-AF65-F5344CB8AC3E}">
        <p14:creationId xmlns:p14="http://schemas.microsoft.com/office/powerpoint/2010/main" val="2422514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lan de acción de dos años">
    <p:spTree>
      <p:nvGrpSpPr>
        <p:cNvPr id="1" name=""/>
        <p:cNvGrpSpPr/>
        <p:nvPr/>
      </p:nvGrpSpPr>
      <p:grpSpPr>
        <a:xfrm>
          <a:off x="0" y="0"/>
          <a:ext cx="0" cy="0"/>
          <a:chOff x="0" y="0"/>
          <a:chExt cx="0" cy="0"/>
        </a:xfrm>
      </p:grpSpPr>
      <p:pic>
        <p:nvPicPr>
          <p:cNvPr id="120" name="Gráfico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grpSp>
        <p:nvGrpSpPr>
          <p:cNvPr id="100" name="Grupo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Conector recto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Conector recto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Conector recto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Conector recto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Conector recto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Conector recto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Conector recto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Conector recto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Conector recto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Conector recto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121" name="Marcador de texto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rtlCol="0" anchor="ctr"/>
          <a:lstStyle>
            <a:lvl1pPr marL="0" indent="0" algn="ctr">
              <a:lnSpc>
                <a:spcPct val="10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2" name="Marcador de texto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rtlCol="0" anchor="ctr"/>
          <a:lstStyle>
            <a:lvl1pPr marL="0" indent="0" algn="ctr">
              <a:lnSpc>
                <a:spcPct val="10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3" name="Marcador de texto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rtlCol="0" anchor="ctr"/>
          <a:lstStyle>
            <a:lvl1pPr marL="0" indent="0" algn="ctr">
              <a:lnSpc>
                <a:spcPct val="10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13" name="Marcador de texto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rtlCol="0" anchor="ctr"/>
          <a:lstStyle>
            <a:lvl1pPr marL="0" indent="0" algn="ctr">
              <a:buNone/>
              <a:defRPr lang="es-ES" sz="1800" b="1" cap="none" spc="200" baseline="0">
                <a:solidFill>
                  <a:schemeClr val="accent6"/>
                </a:solidFill>
                <a:latin typeface="Century Gothic" panose="020B0502020202020204" pitchFamily="34" charset="0"/>
              </a:defRPr>
            </a:lvl1pPr>
          </a:lstStyle>
          <a:p>
            <a:pPr lvl="0" rtl="0"/>
            <a:r>
              <a:rPr lang="es-ES" noProof="0" dirty="0"/>
              <a:t>Agregar año</a:t>
            </a:r>
          </a:p>
        </p:txBody>
      </p:sp>
      <p:sp>
        <p:nvSpPr>
          <p:cNvPr id="42" name="Marcador de texto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3" name="Marcador de texto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4" name="Marcador de texto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5" name="Marcador de texto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6" name="Marcador de texto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7" name="Marcador de texto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8" name="Marcador de texto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9" name="Marcador de texto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50" name="Marcador de texto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51" name="Marcador de texto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52" name="Marcador de texto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53" name="Marcador de texto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4" name="Marcador de texto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rtlCol="0" anchor="ctr"/>
          <a:lstStyle>
            <a:lvl1pPr marL="0" indent="0" algn="ctr">
              <a:lnSpc>
                <a:spcPct val="10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5" name="Marcador de texto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rtlCol="0" anchor="ctr"/>
          <a:lstStyle>
            <a:lvl1pPr marL="0" indent="0" algn="ctr">
              <a:lnSpc>
                <a:spcPct val="100000"/>
              </a:lnSpc>
              <a:spcBef>
                <a:spcPts val="0"/>
              </a:spcBef>
              <a:buNone/>
              <a:defRPr lang="es-ES" sz="1400" b="1" cap="none" spc="0" baseline="0">
                <a:solidFill>
                  <a:schemeClr val="accent6"/>
                </a:solidFill>
                <a:latin typeface="Calibri Light" panose="020F0302020204030204" pitchFamily="34" charset="0"/>
              </a:defRPr>
            </a:lvl1pPr>
          </a:lstStyle>
          <a:p>
            <a:pPr lvl="0" rtl="0"/>
            <a:r>
              <a:rPr lang="es-ES" noProof="0" dirty="0"/>
              <a:t>Haga clic para agregar texto</a:t>
            </a:r>
          </a:p>
        </p:txBody>
      </p:sp>
      <p:sp>
        <p:nvSpPr>
          <p:cNvPr id="126" name="Marcador de texto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rtlCol="0" anchor="ctr"/>
          <a:lstStyle>
            <a:lvl1pPr marL="0" indent="0" algn="ctr">
              <a:lnSpc>
                <a:spcPct val="10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14" name="Marcador de texto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rtlCol="0" anchor="ctr"/>
          <a:lstStyle>
            <a:lvl1pPr marL="0" indent="0" algn="ctr">
              <a:buNone/>
              <a:defRPr lang="es-ES" sz="1800" b="1" cap="none" spc="200" baseline="0">
                <a:solidFill>
                  <a:schemeClr val="accent6"/>
                </a:solidFill>
                <a:latin typeface="Century Gothic" panose="020B0502020202020204" pitchFamily="34" charset="0"/>
              </a:defRPr>
            </a:lvl1pPr>
          </a:lstStyle>
          <a:p>
            <a:pPr lvl="0" rtl="0"/>
            <a:r>
              <a:rPr lang="es-ES" noProof="0" dirty="0"/>
              <a:t>Agregar año</a:t>
            </a:r>
          </a:p>
        </p:txBody>
      </p:sp>
      <p:sp>
        <p:nvSpPr>
          <p:cNvPr id="66" name="Marcador de texto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67" name="Marcador de texto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68" name="Marcador de texto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69" name="Marcador de texto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0" name="Marcador de texto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1" name="Marcador de texto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2" name="Marcador de texto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3" name="Marcador de texto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4" name="Marcador de texto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5" name="Marcador de texto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6" name="Marcador de texto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77" name="Marcador de texto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grpSp>
        <p:nvGrpSpPr>
          <p:cNvPr id="101" name="Grupo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Conector recto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Conector recto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Conector recto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Conector recto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Conector recto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Conector recto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Conector recto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Conector recto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Conector recto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Conector recto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Conector recto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Marcador de pie de página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169154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zas">
    <p:spTree>
      <p:nvGrpSpPr>
        <p:cNvPr id="1" name=""/>
        <p:cNvGrpSpPr/>
        <p:nvPr/>
      </p:nvGrpSpPr>
      <p:grpSpPr>
        <a:xfrm>
          <a:off x="0" y="0"/>
          <a:ext cx="0" cy="0"/>
          <a:chOff x="0" y="0"/>
          <a:chExt cx="0" cy="0"/>
        </a:xfrm>
      </p:grpSpPr>
      <p:pic>
        <p:nvPicPr>
          <p:cNvPr id="18" name="Gráfico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rtlCol="0"/>
          <a:lstStyle>
            <a:lvl1pP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4" name="Marcador de contenido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rtlCol="0"/>
          <a:lstStyle>
            <a:lvl1pPr>
              <a:defRPr lang="es-ES">
                <a:solidFill>
                  <a:schemeClr val="bg1"/>
                </a:solidFill>
                <a:latin typeface="Calibri Light" panose="020F0302020204030204" pitchFamily="34" charset="0"/>
              </a:defRPr>
            </a:lvl1pPr>
            <a:lvl2pPr>
              <a:defRPr lang="es-ES">
                <a:solidFill>
                  <a:schemeClr val="bg1"/>
                </a:solidFill>
                <a:latin typeface="Calibri Light" panose="020F0302020204030204" pitchFamily="34" charset="0"/>
              </a:defRPr>
            </a:lvl2pPr>
            <a:lvl3pPr>
              <a:defRPr lang="es-ES">
                <a:solidFill>
                  <a:schemeClr val="bg1"/>
                </a:solidFill>
                <a:latin typeface="Calibri Light" panose="020F0302020204030204" pitchFamily="34" charset="0"/>
              </a:defRPr>
            </a:lvl3pPr>
            <a:lvl4pPr>
              <a:defRPr lang="es-ES">
                <a:solidFill>
                  <a:schemeClr val="bg1"/>
                </a:solidFill>
                <a:latin typeface="Calibri Light" panose="020F0302020204030204" pitchFamily="34" charset="0"/>
              </a:defRPr>
            </a:lvl4pPr>
            <a:lvl5pPr>
              <a:defRPr lang="es-ES">
                <a:solidFill>
                  <a:schemeClr val="bg1"/>
                </a:solidFill>
                <a:latin typeface="Calibri Light" panose="020F0302020204030204" pitchFamily="34" charset="0"/>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12" name="Marcador de pie de página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1"/>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103679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ozca al equipo 4-Up">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ítulo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433312"/>
            <a:ext cx="1939480" cy="2115505"/>
          </a:xfrm>
          <a:prstGeom prst="rect">
            <a:avLst/>
          </a:prstGeom>
        </p:spPr>
        <p:txBody>
          <a:bodyPr rtlCol="0" anchor="ctr"/>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14" name="Marcador de posición de imagen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rtlCol="0"/>
          <a:lstStyle>
            <a:lvl1pPr marL="0" indent="0" algn="ctr">
              <a:buNone/>
              <a:defRPr lang="es-ES" sz="2400">
                <a:solidFill>
                  <a:schemeClr val="bg1"/>
                </a:solidFill>
                <a:latin typeface="Calibri Light" panose="020F0302020204030204" pitchFamily="34" charset="0"/>
              </a:defRPr>
            </a:lvl1pPr>
          </a:lstStyle>
          <a:p>
            <a:pPr rtl="0"/>
            <a:r>
              <a:rPr lang="es-ES" noProof="0" dirty="0"/>
              <a:t>Haga clic para agregar una foto</a:t>
            </a:r>
          </a:p>
        </p:txBody>
      </p:sp>
      <p:sp>
        <p:nvSpPr>
          <p:cNvPr id="10" name="Marcador de posición de imagen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rtlCol="0"/>
          <a:lstStyle>
            <a:lvl1pPr marL="0" indent="0" algn="ctr">
              <a:buNone/>
              <a:defRPr lang="es-ES" sz="2400">
                <a:solidFill>
                  <a:schemeClr val="bg1"/>
                </a:solidFill>
                <a:latin typeface="Calibri Light" panose="020F0302020204030204" pitchFamily="34" charset="0"/>
              </a:defRPr>
            </a:lvl1pPr>
          </a:lstStyle>
          <a:p>
            <a:pPr rtl="0"/>
            <a:r>
              <a:rPr lang="es-ES" noProof="0" dirty="0"/>
              <a:t>Haga clic para agregar una foto</a:t>
            </a:r>
          </a:p>
        </p:txBody>
      </p:sp>
      <p:sp>
        <p:nvSpPr>
          <p:cNvPr id="17" name="Marcador de posición de imagen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rtlCol="0"/>
          <a:lstStyle>
            <a:lvl1pPr marL="0" indent="0" algn="ctr">
              <a:buNone/>
              <a:defRPr lang="es-ES" sz="2400">
                <a:solidFill>
                  <a:schemeClr val="bg1"/>
                </a:solidFill>
                <a:latin typeface="Calibri Light" panose="020F0302020204030204" pitchFamily="34" charset="0"/>
              </a:defRPr>
            </a:lvl1pPr>
          </a:lstStyle>
          <a:p>
            <a:pPr rtl="0"/>
            <a:r>
              <a:rPr lang="es-ES" noProof="0" dirty="0"/>
              <a:t>Haga clic para agregar una foto</a:t>
            </a:r>
          </a:p>
        </p:txBody>
      </p:sp>
      <p:sp>
        <p:nvSpPr>
          <p:cNvPr id="16" name="Marcador de posición de imagen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rtlCol="0"/>
          <a:lstStyle>
            <a:lvl1pPr marL="0" indent="0" algn="ctr">
              <a:buNone/>
              <a:defRPr lang="es-ES" sz="2400">
                <a:solidFill>
                  <a:schemeClr val="bg1"/>
                </a:solidFill>
                <a:latin typeface="Calibri Light" panose="020F0302020204030204" pitchFamily="34" charset="0"/>
              </a:defRPr>
            </a:lvl1pPr>
          </a:lstStyle>
          <a:p>
            <a:pPr rtl="0"/>
            <a:r>
              <a:rPr lang="es-ES" noProof="0" dirty="0"/>
              <a:t>Haga clic para agregar una foto</a:t>
            </a:r>
          </a:p>
        </p:txBody>
      </p:sp>
      <p:sp>
        <p:nvSpPr>
          <p:cNvPr id="18" name="Elipse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20" name="Elipse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22" name="Elipse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24" name="Elipse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25" name="Marcador de texto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26" name="Marcador de texto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27" name="Marcador de texto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28" name="Marcador de texto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30" name="Marcador de texto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31" name="Marcador de texto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32" name="Marcador de texto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33" name="Marcador de texto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39" name="Marcador de pie de página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40" name="Marcador de número de diapositiva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41" name="Marcador de fecha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4191445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ozca al equipo 8-Up">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1"/>
            <a:ext cx="12205220" cy="6858001"/>
          </a:xfrm>
          <a:prstGeom prst="rect">
            <a:avLst/>
          </a:prstGeom>
        </p:spPr>
      </p:pic>
      <p:sp>
        <p:nvSpPr>
          <p:cNvPr id="2" name="Título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218499"/>
          </a:xfrm>
          <a:prstGeom prst="rect">
            <a:avLst/>
          </a:prstGeom>
        </p:spPr>
        <p:txBody>
          <a:bodyPr rtlCol="0" anchor="ctr"/>
          <a:lstStyle>
            <a:lvl1pPr algn="ctr">
              <a:lnSpc>
                <a:spcPct val="90000"/>
              </a:lnSpc>
              <a:spcBef>
                <a:spcPts val="1000"/>
              </a:spcBef>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34" name="Marcador de posición de imagen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81" name="Marcador de posición de imagen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85" name="Marcador de posición de imagen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87" name="Marcador de posición de imagen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37" name="Elipse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41" name="Marcador de texto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42" name="Marcador de texto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43" name="Marcador de texto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44" name="Marcador de texto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45" name="Marcador de texto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46" name="Marcador de texto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47" name="Marcador de texto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48" name="Marcador de texto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97" name="Marcador de posición de imagen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99" name="Marcador de posición de imagen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101" name="Marcador de posición de imagen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103" name="Marcador de posición de imagen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rtlCol="0"/>
          <a:lstStyle>
            <a:lvl1pPr marL="0" indent="0" algn="ctr">
              <a:buNone/>
              <a:defRPr lang="es-ES" sz="2000">
                <a:solidFill>
                  <a:schemeClr val="bg1"/>
                </a:solidFill>
                <a:latin typeface="Calibri Light" panose="020F0302020204030204" pitchFamily="34" charset="0"/>
              </a:defRPr>
            </a:lvl1pPr>
          </a:lstStyle>
          <a:p>
            <a:pPr rtl="0"/>
            <a:r>
              <a:rPr lang="es-ES" noProof="0" dirty="0"/>
              <a:t>Haga clic para agregar una foto</a:t>
            </a:r>
          </a:p>
        </p:txBody>
      </p:sp>
      <p:sp>
        <p:nvSpPr>
          <p:cNvPr id="73" name="Marcador de texto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74" name="Marcador de texto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75" name="Marcador de texto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76" name="Marcador de texto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77" name="Marcador de texto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78" name="Marcador de texto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79" name="Marcador de texto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rtlCol="0"/>
          <a:lstStyle>
            <a:lvl1pPr marL="0" indent="0" algn="ctr">
              <a:buNone/>
              <a:defRPr lang="es-ES" sz="1200" b="1" cap="all" spc="200" baseline="0">
                <a:solidFill>
                  <a:schemeClr val="accent6"/>
                </a:solidFill>
                <a:latin typeface="Century Gothic" panose="020B0502020202020204" pitchFamily="34" charset="0"/>
              </a:defRPr>
            </a:lvl1pPr>
          </a:lstStyle>
          <a:p>
            <a:pPr lvl="0" rtl="0"/>
            <a:r>
              <a:rPr lang="es-ES" noProof="0" dirty="0"/>
              <a:t>Agregar nombre</a:t>
            </a:r>
          </a:p>
        </p:txBody>
      </p:sp>
      <p:sp>
        <p:nvSpPr>
          <p:cNvPr id="80" name="Marcador de texto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rtlCol="0"/>
          <a:lstStyle>
            <a:lvl1pPr marL="0" indent="0" algn="ctr">
              <a:lnSpc>
                <a:spcPct val="90000"/>
              </a:lnSpc>
              <a:spcBef>
                <a:spcPts val="0"/>
              </a:spcBef>
              <a:buNone/>
              <a:defRPr lang="es-ES" sz="1000" cap="none" spc="0" baseline="0">
                <a:solidFill>
                  <a:schemeClr val="bg1"/>
                </a:solidFill>
                <a:latin typeface="Calibri Light" panose="020F0302020204030204" pitchFamily="34" charset="0"/>
              </a:defRPr>
            </a:lvl1pPr>
          </a:lstStyle>
          <a:p>
            <a:pPr lvl="0" rtl="0"/>
            <a:r>
              <a:rPr lang="es-ES" noProof="0" dirty="0"/>
              <a:t>Agregar título</a:t>
            </a:r>
          </a:p>
        </p:txBody>
      </p:sp>
      <p:sp>
        <p:nvSpPr>
          <p:cNvPr id="82" name="Elipse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86" name="Elipse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88" name="Elipse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98" name="Elipse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100" name="Elipse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102" name="Elipse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104" name="Elipse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noProof="0" dirty="0">
              <a:latin typeface="Calibri Light" panose="020F0302020204030204" pitchFamily="34" charset="0"/>
            </a:endParaRPr>
          </a:p>
        </p:txBody>
      </p:sp>
      <p:sp>
        <p:nvSpPr>
          <p:cNvPr id="105" name="Marcador de pie de página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06" name="Marcador de número de diapositiva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07" name="Marcador de fecha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180233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inanciación">
    <p:spTree>
      <p:nvGrpSpPr>
        <p:cNvPr id="1" name=""/>
        <p:cNvGrpSpPr/>
        <p:nvPr/>
      </p:nvGrpSpPr>
      <p:grpSpPr>
        <a:xfrm>
          <a:off x="0" y="0"/>
          <a:ext cx="0" cy="0"/>
          <a:chOff x="0" y="0"/>
          <a:chExt cx="0" cy="0"/>
        </a:xfrm>
      </p:grpSpPr>
      <p:pic>
        <p:nvPicPr>
          <p:cNvPr id="50" name="Gráfico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rtlCol="0"/>
          <a:lstStyle>
            <a:lvl1pPr algn="ctr">
              <a:defRPr lang="es-ES" sz="2800" b="1" cap="all" spc="400" baseline="0">
                <a:solidFill>
                  <a:schemeClr val="bg1"/>
                </a:solidFill>
                <a:latin typeface="Century Gothic" panose="020B0502020202020204" pitchFamily="34" charset="0"/>
              </a:defRPr>
            </a:lvl1pPr>
          </a:lstStyle>
          <a:p>
            <a:pPr rtl="0"/>
            <a:r>
              <a:rPr lang="es-ES" noProof="0" dirty="0"/>
              <a:t>Haga clic para agregar un título</a:t>
            </a:r>
          </a:p>
        </p:txBody>
      </p:sp>
      <p:sp>
        <p:nvSpPr>
          <p:cNvPr id="45" name="Marcador de texto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rtlCol="0" anchor="ctr"/>
          <a:lstStyle>
            <a:lvl1pPr marL="0" indent="0" algn="ctr">
              <a:lnSpc>
                <a:spcPct val="100000"/>
              </a:lnSpc>
              <a:spcBef>
                <a:spcPts val="0"/>
              </a:spcBef>
              <a:spcAft>
                <a:spcPts val="0"/>
              </a:spcAft>
              <a:buNone/>
              <a:defRPr lang="es-ES" sz="4000" b="1" cap="all" spc="400" baseline="0">
                <a:solidFill>
                  <a:schemeClr val="accent5"/>
                </a:solidFill>
                <a:latin typeface="Century Gothic" panose="020B0502020202020204" pitchFamily="34" charset="0"/>
              </a:defRPr>
            </a:lvl1pPr>
          </a:lstStyle>
          <a:p>
            <a:pPr lvl="0" rtl="0"/>
            <a:r>
              <a:rPr lang="es-ES" noProof="0" dirty="0"/>
              <a:t>Agregar título</a:t>
            </a:r>
          </a:p>
        </p:txBody>
      </p:sp>
      <p:sp>
        <p:nvSpPr>
          <p:cNvPr id="49" name="Marcador de texto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rtlCol="0" anchor="ctr"/>
          <a:lstStyle>
            <a:lvl1pPr marL="0" indent="0" algn="ctr">
              <a:lnSpc>
                <a:spcPct val="100000"/>
              </a:lnSpc>
              <a:spcBef>
                <a:spcPts val="0"/>
              </a:spcBef>
              <a:buNone/>
              <a:defRPr lang="es-ES" sz="4000" b="1" cap="all" spc="400" baseline="0">
                <a:solidFill>
                  <a:schemeClr val="accent6">
                    <a:lumMod val="75000"/>
                  </a:schemeClr>
                </a:solidFill>
                <a:latin typeface="Century Gothic" panose="020B0502020202020204" pitchFamily="34" charset="0"/>
              </a:defRPr>
            </a:lvl1pPr>
          </a:lstStyle>
          <a:p>
            <a:pPr lvl="0" rtl="0"/>
            <a:r>
              <a:rPr lang="es-ES" noProof="0" dirty="0"/>
              <a:t>Agregar título</a:t>
            </a:r>
          </a:p>
        </p:txBody>
      </p:sp>
      <p:sp>
        <p:nvSpPr>
          <p:cNvPr id="47" name="Marcador de texto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rtlCol="0" anchor="ctr"/>
          <a:lstStyle>
            <a:lvl1pPr marL="0" indent="0" algn="ctr">
              <a:lnSpc>
                <a:spcPct val="100000"/>
              </a:lnSpc>
              <a:spcBef>
                <a:spcPts val="0"/>
              </a:spcBef>
              <a:buNone/>
              <a:defRPr lang="es-ES" sz="4000" b="1" cap="all" spc="400" baseline="0">
                <a:solidFill>
                  <a:schemeClr val="accent1">
                    <a:lumMod val="50000"/>
                    <a:lumOff val="50000"/>
                  </a:schemeClr>
                </a:solidFill>
                <a:latin typeface="Century Gothic" panose="020B0502020202020204" pitchFamily="34" charset="0"/>
              </a:defRPr>
            </a:lvl1pPr>
          </a:lstStyle>
          <a:p>
            <a:pPr lvl="0" rtl="0"/>
            <a:r>
              <a:rPr lang="es-ES" noProof="0" dirty="0"/>
              <a:t>Agregar título</a:t>
            </a:r>
          </a:p>
        </p:txBody>
      </p:sp>
      <p:sp>
        <p:nvSpPr>
          <p:cNvPr id="48" name="Marcador de texto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rtlCol="0" anchor="ctr"/>
          <a:lstStyle>
            <a:lvl1pPr marL="0" indent="0" algn="ctr">
              <a:lnSpc>
                <a:spcPct val="100000"/>
              </a:lnSpc>
              <a:spcBef>
                <a:spcPts val="0"/>
              </a:spcBef>
              <a:buNone/>
              <a:defRPr lang="es-ES" sz="4000" b="1" cap="all" spc="400" baseline="0">
                <a:solidFill>
                  <a:schemeClr val="accent3"/>
                </a:solidFill>
                <a:latin typeface="Century Gothic" panose="020B0502020202020204" pitchFamily="34" charset="0"/>
              </a:defRPr>
            </a:lvl1pPr>
          </a:lstStyle>
          <a:p>
            <a:pPr lvl="0" rtl="0"/>
            <a:r>
              <a:rPr lang="es-ES" noProof="0" dirty="0"/>
              <a:t>Agregar título</a:t>
            </a:r>
          </a:p>
        </p:txBody>
      </p:sp>
      <p:sp>
        <p:nvSpPr>
          <p:cNvPr id="37" name="Marcador de texto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rtlCol="0" anchor="b"/>
          <a:lstStyle>
            <a:lvl1pPr marL="0" indent="0" algn="ctr">
              <a:lnSpc>
                <a:spcPct val="100000"/>
              </a:lnSpc>
              <a:spcBef>
                <a:spcPts val="0"/>
              </a:spcBef>
              <a:spcAft>
                <a:spcPts val="0"/>
              </a:spcAft>
              <a:buNone/>
              <a:defRPr lang="es-ES" sz="1600" b="1" cap="none" spc="200" baseline="0">
                <a:solidFill>
                  <a:schemeClr val="accent5"/>
                </a:solidFill>
                <a:latin typeface="Century Gothic" panose="020B0502020202020204" pitchFamily="34" charset="0"/>
              </a:defRPr>
            </a:lvl1pPr>
          </a:lstStyle>
          <a:p>
            <a:pPr lvl="0" rtl="0"/>
            <a:r>
              <a:rPr lang="es-ES" noProof="0" dirty="0"/>
              <a:t>Haga clic para agregar un título</a:t>
            </a:r>
          </a:p>
        </p:txBody>
      </p:sp>
      <p:sp>
        <p:nvSpPr>
          <p:cNvPr id="38" name="Marcador de texto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39" name="Marcador de texto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rtlCol="0" anchor="b"/>
          <a:lstStyle>
            <a:lvl1pPr marL="0" indent="0" algn="ctr">
              <a:lnSpc>
                <a:spcPct val="100000"/>
              </a:lnSpc>
              <a:spcBef>
                <a:spcPts val="0"/>
              </a:spcBef>
              <a:spcAft>
                <a:spcPts val="0"/>
              </a:spcAft>
              <a:buNone/>
              <a:defRPr lang="es-ES" sz="1600" b="1" cap="none" spc="200" baseline="0">
                <a:solidFill>
                  <a:schemeClr val="accent6">
                    <a:lumMod val="75000"/>
                  </a:schemeClr>
                </a:solidFill>
                <a:latin typeface="Century Gothic" panose="020B0502020202020204" pitchFamily="34" charset="0"/>
              </a:defRPr>
            </a:lvl1pPr>
          </a:lstStyle>
          <a:p>
            <a:pPr lvl="0" rtl="0"/>
            <a:r>
              <a:rPr lang="es-ES" noProof="0" dirty="0"/>
              <a:t>Haga clic para agregar un título</a:t>
            </a:r>
          </a:p>
        </p:txBody>
      </p:sp>
      <p:sp>
        <p:nvSpPr>
          <p:cNvPr id="40" name="Marcador de texto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1" name="Marcador de texto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rtlCol="0" anchor="b"/>
          <a:lstStyle>
            <a:lvl1pPr marL="0" indent="0" algn="ctr">
              <a:lnSpc>
                <a:spcPct val="100000"/>
              </a:lnSpc>
              <a:spcBef>
                <a:spcPts val="0"/>
              </a:spcBef>
              <a:spcAft>
                <a:spcPts val="0"/>
              </a:spcAft>
              <a:buNone/>
              <a:defRPr lang="es-ES" sz="1600" b="1" cap="none" spc="200" baseline="0">
                <a:solidFill>
                  <a:schemeClr val="accent1">
                    <a:lumMod val="50000"/>
                    <a:lumOff val="50000"/>
                  </a:schemeClr>
                </a:solidFill>
                <a:latin typeface="Century Gothic" panose="020B0502020202020204" pitchFamily="34" charset="0"/>
              </a:defRPr>
            </a:lvl1pPr>
          </a:lstStyle>
          <a:p>
            <a:pPr lvl="0" rtl="0"/>
            <a:r>
              <a:rPr lang="es-ES" noProof="0" dirty="0"/>
              <a:t>Haga clic para agregar un título</a:t>
            </a:r>
          </a:p>
        </p:txBody>
      </p:sp>
      <p:sp>
        <p:nvSpPr>
          <p:cNvPr id="42" name="Marcador de texto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43" name="Marcador de texto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rtlCol="0" anchor="b"/>
          <a:lstStyle>
            <a:lvl1pPr marL="0" indent="0" algn="ctr">
              <a:lnSpc>
                <a:spcPct val="100000"/>
              </a:lnSpc>
              <a:spcBef>
                <a:spcPts val="0"/>
              </a:spcBef>
              <a:spcAft>
                <a:spcPts val="0"/>
              </a:spcAft>
              <a:buNone/>
              <a:defRPr lang="es-ES" sz="1600" b="1" cap="none" spc="200" baseline="0">
                <a:solidFill>
                  <a:schemeClr val="accent3"/>
                </a:solidFill>
                <a:latin typeface="Century Gothic" panose="020B0502020202020204" pitchFamily="34" charset="0"/>
              </a:defRPr>
            </a:lvl1pPr>
          </a:lstStyle>
          <a:p>
            <a:pPr lvl="0" rtl="0"/>
            <a:r>
              <a:rPr lang="es-ES" noProof="0" dirty="0"/>
              <a:t>Haga clic para agregar un título</a:t>
            </a:r>
          </a:p>
        </p:txBody>
      </p:sp>
      <p:sp>
        <p:nvSpPr>
          <p:cNvPr id="44" name="Marcador de texto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rtlCol="0"/>
          <a:lstStyle>
            <a:lvl1pPr marL="0" indent="0" algn="ctr">
              <a:lnSpc>
                <a:spcPct val="125000"/>
              </a:lnSpc>
              <a:spcBef>
                <a:spcPts val="0"/>
              </a:spcBef>
              <a:buNone/>
              <a:defRPr lang="es-ES" sz="12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2" name="Marcador de pie de página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73828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sumen">
    <p:spTree>
      <p:nvGrpSpPr>
        <p:cNvPr id="1" name=""/>
        <p:cNvGrpSpPr/>
        <p:nvPr/>
      </p:nvGrpSpPr>
      <p:grpSpPr>
        <a:xfrm>
          <a:off x="0" y="0"/>
          <a:ext cx="0" cy="0"/>
          <a:chOff x="0" y="0"/>
          <a:chExt cx="0" cy="0"/>
        </a:xfrm>
      </p:grpSpPr>
      <p:pic>
        <p:nvPicPr>
          <p:cNvPr id="19" name="Gráfico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rtlCol="0"/>
          <a:lstStyle>
            <a:lvl1pPr>
              <a:defRPr lang="es-ES" sz="2800" b="1" cap="all" spc="400" baseline="0">
                <a:solidFill>
                  <a:schemeClr val="accent6"/>
                </a:solidFill>
                <a:latin typeface="Century Gothic" panose="020B0502020202020204" pitchFamily="34" charset="0"/>
              </a:defRPr>
            </a:lvl1pPr>
          </a:lstStyle>
          <a:p>
            <a:pPr rtl="0"/>
            <a:r>
              <a:rPr lang="es-ES" noProof="0" dirty="0"/>
              <a:t>Haga clic para agregar un título</a:t>
            </a:r>
          </a:p>
        </p:txBody>
      </p:sp>
      <p:sp>
        <p:nvSpPr>
          <p:cNvPr id="17" name="Marcador de texto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rtlCol="0"/>
          <a:lstStyle>
            <a:lvl1pPr marL="0" indent="0">
              <a:lnSpc>
                <a:spcPct val="150000"/>
              </a:lnSpc>
              <a:spcBef>
                <a:spcPts val="0"/>
              </a:spcBef>
              <a:buNone/>
              <a:defRPr lang="es-ES" sz="1400" cap="none" spc="0" baseline="0">
                <a:solidFill>
                  <a:schemeClr val="bg1"/>
                </a:solidFill>
                <a:latin typeface="Calibri Light" panose="020F0302020204030204" pitchFamily="34" charset="0"/>
              </a:defRPr>
            </a:lvl1pPr>
          </a:lstStyle>
          <a:p>
            <a:pPr lvl="0" rtl="0"/>
            <a:r>
              <a:rPr lang="es-ES" noProof="0" dirty="0"/>
              <a:t>Haga clic para agregar texto</a:t>
            </a:r>
          </a:p>
        </p:txBody>
      </p:sp>
      <p:sp>
        <p:nvSpPr>
          <p:cNvPr id="13" name="Marcador de pie de página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dirty="0"/>
          </a:p>
        </p:txBody>
      </p:sp>
      <p:sp>
        <p:nvSpPr>
          <p:cNvPr id="14" name="Marcador de número de diapositiva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5" name="Marcador de fecha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1834407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cias">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rtlCol="0" anchor="b"/>
          <a:lstStyle>
            <a:lvl1pPr algn="ctr">
              <a:defRPr lang="es-ES" sz="4800" b="1" cap="all" spc="400" baseline="0">
                <a:solidFill>
                  <a:schemeClr val="accent6"/>
                </a:solidFill>
                <a:latin typeface="Century Gothic" panose="020B0502020202020204" pitchFamily="34" charset="0"/>
              </a:defRPr>
            </a:lvl1pPr>
          </a:lstStyle>
          <a:p>
            <a:pPr rtl="0"/>
            <a:r>
              <a:rPr lang="es-ES" noProof="0" dirty="0"/>
              <a:t>Haga clic para agregar un título</a:t>
            </a:r>
          </a:p>
        </p:txBody>
      </p:sp>
      <p:sp>
        <p:nvSpPr>
          <p:cNvPr id="10" name="Marcador de texto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rtlCol="0">
            <a:normAutofit/>
          </a:bodyPr>
          <a:lstStyle>
            <a:lvl1pPr marL="0" indent="0" algn="ctr">
              <a:lnSpc>
                <a:spcPct val="150000"/>
              </a:lnSpc>
              <a:spcBef>
                <a:spcPts val="0"/>
              </a:spcBef>
              <a:buNone/>
              <a:defRPr lang="es-ES" sz="1800" i="0">
                <a:solidFill>
                  <a:schemeClr val="bg1"/>
                </a:solidFill>
                <a:latin typeface="Calibri Light" panose="020F0302020204030204" pitchFamily="34" charset="0"/>
              </a:defRPr>
            </a:lvl1pPr>
          </a:lstStyle>
          <a:p>
            <a:pPr lvl="0" rtl="0"/>
            <a:r>
              <a:rPr lang="es-ES" noProof="0" dirty="0"/>
              <a:t>Haga clic para agregar un subtítulo</a:t>
            </a:r>
          </a:p>
        </p:txBody>
      </p:sp>
      <p:sp>
        <p:nvSpPr>
          <p:cNvPr id="12" name="Marcador de pie de página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r>
              <a:rPr lang="es-ES"/>
              <a:t>TÍTULO DE LA PRESENTACIÓN</a:t>
            </a:r>
            <a:endParaRPr lang="es-ES" dirty="0"/>
          </a:p>
        </p:txBody>
      </p:sp>
      <p:sp>
        <p:nvSpPr>
          <p:cNvPr id="13" name="Marcador de número de diapositiva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effectLst>
                  <a:outerShdw blurRad="38100" dist="38100" dir="2700000" algn="tl">
                    <a:srgbClr val="000000">
                      <a:alpha val="43137"/>
                    </a:srgbClr>
                  </a:outerShdw>
                </a:effectLst>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4" name="Marcador de fecha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a:defRPr lang="es-ES"/>
            </a:pPr>
            <a:r>
              <a:rPr lang="es-ES" cap="all"/>
              <a:t>21 de mayo, 20XX</a:t>
            </a:r>
            <a:endParaRPr lang="es-ES" cap="all" dirty="0"/>
          </a:p>
        </p:txBody>
      </p:sp>
    </p:spTree>
    <p:extLst>
      <p:ext uri="{BB962C8B-B14F-4D97-AF65-F5344CB8AC3E}">
        <p14:creationId xmlns:p14="http://schemas.microsoft.com/office/powerpoint/2010/main" val="79888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Marcador de pie de página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rtlCol="0" anchor="ctr"/>
          <a:lstStyle>
            <a:lvl1pPr algn="r">
              <a:defRPr lang="es-ES" sz="900" b="1" cap="all" spc="400" baseline="0">
                <a:solidFill>
                  <a:schemeClr val="bg1"/>
                </a:solidFill>
                <a:latin typeface="Century Gothic" panose="020B0502020202020204" pitchFamily="34" charset="0"/>
              </a:defRPr>
            </a:lvl1pPr>
          </a:lstStyle>
          <a:p>
            <a:r>
              <a:rPr lang="es-ES"/>
              <a:t>TÍTULO DE LA PRESENTACIÓN</a:t>
            </a:r>
            <a:endParaRPr lang="es-ES" b="1" dirty="0"/>
          </a:p>
        </p:txBody>
      </p:sp>
      <p:sp>
        <p:nvSpPr>
          <p:cNvPr id="14" name="Marcador de número de diapositiva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rtlCol="0" anchor="ctr"/>
          <a:lstStyle>
            <a:lvl1pPr algn="r">
              <a:defRPr lang="es-ES" sz="1600">
                <a:solidFill>
                  <a:schemeClr val="accent6"/>
                </a:solidFill>
                <a:latin typeface="Calibri Light" panose="020F0302020204030204" pitchFamily="34" charset="0"/>
              </a:defRPr>
            </a:lvl1pPr>
          </a:lstStyle>
          <a:p>
            <a:pPr>
              <a:defRPr lang="es-ES"/>
            </a:pPr>
            <a:fld id="{8D1FC6F8-0BCD-47E9-9C64-690771D9C143}" type="slidenum">
              <a:rPr lang="es-ES" smtClean="0"/>
              <a:pPr>
                <a:defRPr lang="es-ES"/>
              </a:pPr>
              <a:t>‹Nº›</a:t>
            </a:fld>
            <a:endParaRPr lang="es-ES" dirty="0"/>
          </a:p>
        </p:txBody>
      </p:sp>
      <p:sp>
        <p:nvSpPr>
          <p:cNvPr id="15" name="Marcador de fecha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rtlCol="0" anchor="ctr"/>
          <a:lstStyle>
            <a:lvl1pPr>
              <a:defRPr lang="es-ES" sz="900" b="1" spc="400" baseline="0">
                <a:solidFill>
                  <a:schemeClr val="bg1"/>
                </a:solidFill>
                <a:latin typeface="Century Gothic" panose="020B0502020202020204" pitchFamily="34" charset="0"/>
              </a:defRPr>
            </a:lvl1pPr>
          </a:lstStyle>
          <a:p>
            <a:pPr>
              <a:defRPr lang="es-ES"/>
            </a:pPr>
            <a:r>
              <a:rPr lang="es-ES" cap="all"/>
              <a:t>21 de mayo, 20XX</a:t>
            </a:r>
            <a:endParaRPr lang="es-ES" b="1" cap="all" dirty="0"/>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p:txStyles>
    <p:titleStyle>
      <a:lvl1pPr algn="l" defTabSz="914400" rtl="0" eaLnBrk="1" latinLnBrk="0" hangingPunct="1">
        <a:lnSpc>
          <a:spcPct val="90000"/>
        </a:lnSpc>
        <a:spcBef>
          <a:spcPct val="0"/>
        </a:spcBef>
        <a:buNone/>
        <a:defRPr lang="es-ES"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01C44412-AA84-403C-A202-EAB7F3C81B03}"/>
              </a:ext>
            </a:extLst>
          </p:cNvPr>
          <p:cNvSpPr>
            <a:spLocks noGrp="1"/>
          </p:cNvSpPr>
          <p:nvPr>
            <p:ph type="title"/>
          </p:nvPr>
        </p:nvSpPr>
        <p:spPr>
          <a:xfrm>
            <a:off x="132080" y="1254559"/>
            <a:ext cx="8402320" cy="1231641"/>
          </a:xfrm>
        </p:spPr>
        <p:txBody>
          <a:bodyPr rtlCol="0"/>
          <a:lstStyle>
            <a:defPPr>
              <a:defRPr lang="es-ES"/>
            </a:defPPr>
          </a:lstStyle>
          <a:p>
            <a:br>
              <a:rPr lang="es-ES" sz="4000" dirty="0"/>
            </a:br>
            <a:r>
              <a:rPr lang="es-ES" sz="4000" dirty="0"/>
              <a:t>Navegación autónoma MEDIANTE VISIÓN mono</a:t>
            </a:r>
          </a:p>
        </p:txBody>
      </p:sp>
      <p:sp>
        <p:nvSpPr>
          <p:cNvPr id="13" name="Marcador de texto 12">
            <a:extLst>
              <a:ext uri="{FF2B5EF4-FFF2-40B4-BE49-F238E27FC236}">
                <a16:creationId xmlns:a16="http://schemas.microsoft.com/office/drawing/2014/main" id="{88D1462E-973D-4427-A664-EF751DF59796}"/>
              </a:ext>
            </a:extLst>
          </p:cNvPr>
          <p:cNvSpPr>
            <a:spLocks noGrp="1"/>
          </p:cNvSpPr>
          <p:nvPr>
            <p:ph type="body" sz="quarter" idx="12"/>
          </p:nvPr>
        </p:nvSpPr>
        <p:spPr>
          <a:xfrm>
            <a:off x="132080" y="6041978"/>
            <a:ext cx="5270326" cy="816022"/>
          </a:xfrm>
        </p:spPr>
        <p:txBody>
          <a:bodyPr rtlCol="0">
            <a:normAutofit/>
          </a:bodyPr>
          <a:lstStyle>
            <a:defPPr>
              <a:defRPr lang="es-ES"/>
            </a:defPPr>
          </a:lstStyle>
          <a:p>
            <a:pPr rtl="0"/>
            <a:r>
              <a:rPr lang="es-ES" dirty="0">
                <a:latin typeface="+mn-lt"/>
              </a:rPr>
              <a:t>André José Lorenzo Torres</a:t>
            </a:r>
          </a:p>
          <a:p>
            <a:r>
              <a:rPr lang="es-ES" dirty="0">
                <a:latin typeface="+mn-lt"/>
              </a:rPr>
              <a:t>Tutor: David Martin Gómez</a:t>
            </a:r>
          </a:p>
        </p:txBody>
      </p:sp>
      <p:sp>
        <p:nvSpPr>
          <p:cNvPr id="3" name="Título 9">
            <a:extLst>
              <a:ext uri="{FF2B5EF4-FFF2-40B4-BE49-F238E27FC236}">
                <a16:creationId xmlns:a16="http://schemas.microsoft.com/office/drawing/2014/main" id="{ACB7730B-B0AF-A276-6640-1410A16E8A63}"/>
              </a:ext>
            </a:extLst>
          </p:cNvPr>
          <p:cNvSpPr txBox="1">
            <a:spLocks/>
          </p:cNvSpPr>
          <p:nvPr/>
        </p:nvSpPr>
        <p:spPr>
          <a:xfrm>
            <a:off x="132080" y="-1548416"/>
            <a:ext cx="8910320" cy="2296160"/>
          </a:xfrm>
          <a:prstGeom prst="rect">
            <a:avLst/>
          </a:prstGeom>
        </p:spPr>
        <p:txBody>
          <a:bodyPr rtlCol="0" anchor="b"/>
          <a:lstStyle>
            <a:defPPr>
              <a:defRPr lang="es-ES"/>
            </a:defPPr>
            <a:lvl1pPr algn="l" defTabSz="914400" rtl="0" eaLnBrk="1" latinLnBrk="0" hangingPunct="1">
              <a:lnSpc>
                <a:spcPct val="90000"/>
              </a:lnSpc>
              <a:spcBef>
                <a:spcPct val="0"/>
              </a:spcBef>
              <a:buNone/>
              <a:defRPr lang="es-ES" sz="4800" b="1" kern="1200" cap="all" spc="400" baseline="0">
                <a:solidFill>
                  <a:schemeClr val="accent6"/>
                </a:solidFill>
                <a:latin typeface="Century Gothic" panose="020B0502020202020204" pitchFamily="34" charset="0"/>
                <a:ea typeface="+mj-ea"/>
                <a:cs typeface="+mj-cs"/>
              </a:defRPr>
            </a:lvl1pPr>
          </a:lstStyle>
          <a:p>
            <a:r>
              <a:rPr lang="es-ES" sz="4000" b="0" dirty="0"/>
              <a:t>Trabajo fin de master</a:t>
            </a:r>
          </a:p>
        </p:txBody>
      </p:sp>
    </p:spTree>
    <p:extLst>
      <p:ext uri="{BB962C8B-B14F-4D97-AF65-F5344CB8AC3E}">
        <p14:creationId xmlns:p14="http://schemas.microsoft.com/office/powerpoint/2010/main" val="404143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ítulo 33">
            <a:extLst>
              <a:ext uri="{FF2B5EF4-FFF2-40B4-BE49-F238E27FC236}">
                <a16:creationId xmlns:a16="http://schemas.microsoft.com/office/drawing/2014/main" id="{4BB0BCF4-9D20-4758-AE5E-FC431503F671}"/>
              </a:ext>
            </a:extLst>
          </p:cNvPr>
          <p:cNvSpPr>
            <a:spLocks noGrp="1"/>
          </p:cNvSpPr>
          <p:nvPr>
            <p:ph type="title"/>
          </p:nvPr>
        </p:nvSpPr>
        <p:spPr>
          <a:xfrm>
            <a:off x="965511" y="760406"/>
            <a:ext cx="6424334" cy="579245"/>
          </a:xfrm>
        </p:spPr>
        <p:txBody>
          <a:bodyPr rtlCol="0"/>
          <a:lstStyle>
            <a:defPPr>
              <a:defRPr lang="es-ES"/>
            </a:defPPr>
          </a:lstStyle>
          <a:p>
            <a:r>
              <a:rPr lang="es-ES" dirty="0"/>
              <a:t>Problema y motivación</a:t>
            </a:r>
            <a:endParaRPr lang="es-ES" b="0" dirty="0"/>
          </a:p>
        </p:txBody>
      </p:sp>
      <p:sp>
        <p:nvSpPr>
          <p:cNvPr id="3" name="Marcador de pie de página 2">
            <a:extLst>
              <a:ext uri="{FF2B5EF4-FFF2-40B4-BE49-F238E27FC236}">
                <a16:creationId xmlns:a16="http://schemas.microsoft.com/office/drawing/2014/main" id="{2E0E4B4A-B5D3-478E-8BA4-CF2034B5271A}"/>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0A7569EA-9732-4A17-BF57-C64DBC5B9EE1}"/>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2</a:t>
            </a:fld>
            <a:endParaRPr lang="es-ES"/>
          </a:p>
        </p:txBody>
      </p:sp>
      <p:sp>
        <p:nvSpPr>
          <p:cNvPr id="35" name="Marcador de fecha 34">
            <a:extLst>
              <a:ext uri="{FF2B5EF4-FFF2-40B4-BE49-F238E27FC236}">
                <a16:creationId xmlns:a16="http://schemas.microsoft.com/office/drawing/2014/main" id="{34FB5AB1-B6AF-48F2-8193-1762B21100E5}"/>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pic>
        <p:nvPicPr>
          <p:cNvPr id="26" name="Imagen 25" descr="Drone Platforms | Autonomous Mobility and Perception Lab">
            <a:extLst>
              <a:ext uri="{FF2B5EF4-FFF2-40B4-BE49-F238E27FC236}">
                <a16:creationId xmlns:a16="http://schemas.microsoft.com/office/drawing/2014/main" id="{9932AFD2-6139-865E-E844-722CECE061FB}"/>
              </a:ext>
            </a:extLst>
          </p:cNvPr>
          <p:cNvPicPr>
            <a:picLocks noChangeAspect="1"/>
          </p:cNvPicPr>
          <p:nvPr/>
        </p:nvPicPr>
        <p:blipFill>
          <a:blip r:embed="rId3"/>
          <a:srcRect t="1863" r="9236"/>
          <a:stretch>
            <a:fillRect/>
          </a:stretch>
        </p:blipFill>
        <p:spPr>
          <a:xfrm>
            <a:off x="6991739" y="1995170"/>
            <a:ext cx="4020036" cy="3262312"/>
          </a:xfrm>
          <a:prstGeom prst="rect">
            <a:avLst/>
          </a:prstGeom>
        </p:spPr>
      </p:pic>
      <p:sp>
        <p:nvSpPr>
          <p:cNvPr id="27" name="CuadroTexto 26">
            <a:extLst>
              <a:ext uri="{FF2B5EF4-FFF2-40B4-BE49-F238E27FC236}">
                <a16:creationId xmlns:a16="http://schemas.microsoft.com/office/drawing/2014/main" id="{AAD14B43-F16B-B8CA-04B2-CAFF63984D87}"/>
              </a:ext>
            </a:extLst>
          </p:cNvPr>
          <p:cNvSpPr txBox="1"/>
          <p:nvPr/>
        </p:nvSpPr>
        <p:spPr>
          <a:xfrm>
            <a:off x="587138" y="1497845"/>
            <a:ext cx="6889002" cy="461665"/>
          </a:xfrm>
          <a:prstGeom prst="rect">
            <a:avLst/>
          </a:prstGeom>
          <a:noFill/>
        </p:spPr>
        <p:txBody>
          <a:bodyPr wrap="none" rtlCol="0">
            <a:spAutoFit/>
          </a:bodyPr>
          <a:lstStyle/>
          <a:p>
            <a:r>
              <a:rPr lang="es-ES" sz="2400" i="1" dirty="0">
                <a:solidFill>
                  <a:schemeClr val="bg1"/>
                </a:solidFill>
              </a:rPr>
              <a:t>“Bajo presupuesto, limitaciones espaciales y de peso” </a:t>
            </a:r>
          </a:p>
        </p:txBody>
      </p:sp>
    </p:spTree>
    <p:extLst>
      <p:ext uri="{BB962C8B-B14F-4D97-AF65-F5344CB8AC3E}">
        <p14:creationId xmlns:p14="http://schemas.microsoft.com/office/powerpoint/2010/main" val="2590226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26499-B094-7D7B-E56C-D873E92DABA4}"/>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AA6A610F-8255-E184-B68E-F355A1EFB59E}"/>
              </a:ext>
            </a:extLst>
          </p:cNvPr>
          <p:cNvSpPr>
            <a:spLocks noGrp="1"/>
          </p:cNvSpPr>
          <p:nvPr>
            <p:ph type="title"/>
          </p:nvPr>
        </p:nvSpPr>
        <p:spPr>
          <a:xfrm>
            <a:off x="965510" y="760406"/>
            <a:ext cx="9251509" cy="579245"/>
          </a:xfrm>
        </p:spPr>
        <p:txBody>
          <a:bodyPr rtlCol="0"/>
          <a:lstStyle>
            <a:defPPr>
              <a:defRPr lang="es-ES"/>
            </a:defPPr>
          </a:lstStyle>
          <a:p>
            <a:r>
              <a:rPr lang="es-ES" dirty="0"/>
              <a:t>Objetivos y aportación del proyecto</a:t>
            </a:r>
            <a:endParaRPr lang="es-ES" b="0" dirty="0"/>
          </a:p>
        </p:txBody>
      </p:sp>
      <p:sp>
        <p:nvSpPr>
          <p:cNvPr id="3" name="Marcador de pie de página 2">
            <a:extLst>
              <a:ext uri="{FF2B5EF4-FFF2-40B4-BE49-F238E27FC236}">
                <a16:creationId xmlns:a16="http://schemas.microsoft.com/office/drawing/2014/main" id="{0D197C4B-D004-119B-B748-F253AA726ACD}"/>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DB0332EB-01EC-9C64-0A4B-BC8B97AD7448}"/>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3</a:t>
            </a:fld>
            <a:endParaRPr lang="es-ES"/>
          </a:p>
        </p:txBody>
      </p:sp>
      <p:sp>
        <p:nvSpPr>
          <p:cNvPr id="35" name="Marcador de fecha 34">
            <a:extLst>
              <a:ext uri="{FF2B5EF4-FFF2-40B4-BE49-F238E27FC236}">
                <a16:creationId xmlns:a16="http://schemas.microsoft.com/office/drawing/2014/main" id="{22B62DEF-5025-BB09-2FA3-1BEFDF7E01E7}"/>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310241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EC474-F394-C821-55C5-FDC0DA8FDB34}"/>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53027806-7E50-0DEF-EE54-4CFB3D52B276}"/>
              </a:ext>
            </a:extLst>
          </p:cNvPr>
          <p:cNvSpPr>
            <a:spLocks noGrp="1"/>
          </p:cNvSpPr>
          <p:nvPr>
            <p:ph type="title"/>
          </p:nvPr>
        </p:nvSpPr>
        <p:spPr>
          <a:xfrm>
            <a:off x="965510" y="760406"/>
            <a:ext cx="9251509" cy="579245"/>
          </a:xfrm>
        </p:spPr>
        <p:txBody>
          <a:bodyPr rtlCol="0"/>
          <a:lstStyle>
            <a:defPPr>
              <a:defRPr lang="es-ES"/>
            </a:defPPr>
          </a:lstStyle>
          <a:p>
            <a:r>
              <a:rPr lang="es-ES" dirty="0"/>
              <a:t>Arquitectura general del sistema</a:t>
            </a:r>
            <a:endParaRPr lang="es-ES" b="0" dirty="0"/>
          </a:p>
        </p:txBody>
      </p:sp>
      <p:sp>
        <p:nvSpPr>
          <p:cNvPr id="3" name="Marcador de pie de página 2">
            <a:extLst>
              <a:ext uri="{FF2B5EF4-FFF2-40B4-BE49-F238E27FC236}">
                <a16:creationId xmlns:a16="http://schemas.microsoft.com/office/drawing/2014/main" id="{7B4CE07D-3FCE-5D9D-ACC6-AE1E1C2074B6}"/>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68D3C006-101D-1DFC-0013-80605D33FEA3}"/>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4</a:t>
            </a:fld>
            <a:endParaRPr lang="es-ES"/>
          </a:p>
        </p:txBody>
      </p:sp>
      <p:sp>
        <p:nvSpPr>
          <p:cNvPr id="35" name="Marcador de fecha 34">
            <a:extLst>
              <a:ext uri="{FF2B5EF4-FFF2-40B4-BE49-F238E27FC236}">
                <a16:creationId xmlns:a16="http://schemas.microsoft.com/office/drawing/2014/main" id="{7123A701-32CE-9AB3-DC53-EB87C8DAA1A3}"/>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1585610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EFF5-D4DF-821E-BE37-6CFE6F57F820}"/>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BC8C8653-CFAA-D156-C870-1AB2CCB57D52}"/>
              </a:ext>
            </a:extLst>
          </p:cNvPr>
          <p:cNvSpPr>
            <a:spLocks noGrp="1"/>
          </p:cNvSpPr>
          <p:nvPr>
            <p:ph type="title"/>
          </p:nvPr>
        </p:nvSpPr>
        <p:spPr>
          <a:xfrm>
            <a:off x="965510" y="760406"/>
            <a:ext cx="10553509" cy="579245"/>
          </a:xfrm>
        </p:spPr>
        <p:txBody>
          <a:bodyPr rtlCol="0"/>
          <a:lstStyle>
            <a:defPPr>
              <a:defRPr lang="es-ES"/>
            </a:defPPr>
          </a:lstStyle>
          <a:p>
            <a:r>
              <a:rPr lang="es-ES" dirty="0"/>
              <a:t>Comunicación y sincronización temporal</a:t>
            </a:r>
            <a:endParaRPr lang="es-ES" b="0" dirty="0"/>
          </a:p>
        </p:txBody>
      </p:sp>
      <p:sp>
        <p:nvSpPr>
          <p:cNvPr id="3" name="Marcador de pie de página 2">
            <a:extLst>
              <a:ext uri="{FF2B5EF4-FFF2-40B4-BE49-F238E27FC236}">
                <a16:creationId xmlns:a16="http://schemas.microsoft.com/office/drawing/2014/main" id="{7D4E456D-89F7-C119-7265-F4FDE0B8F737}"/>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EC9EA289-B3F3-EC2A-9561-367E5FD3D638}"/>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5</a:t>
            </a:fld>
            <a:endParaRPr lang="es-ES"/>
          </a:p>
        </p:txBody>
      </p:sp>
      <p:sp>
        <p:nvSpPr>
          <p:cNvPr id="35" name="Marcador de fecha 34">
            <a:extLst>
              <a:ext uri="{FF2B5EF4-FFF2-40B4-BE49-F238E27FC236}">
                <a16:creationId xmlns:a16="http://schemas.microsoft.com/office/drawing/2014/main" id="{2DB44A37-092E-A7A2-5C5B-F38D6C8B5F4B}"/>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1002049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04AF-A471-9F0F-D61D-2517D41E8070}"/>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F8653EF8-9F2C-2892-2C4B-EE6C2B65C2CE}"/>
              </a:ext>
            </a:extLst>
          </p:cNvPr>
          <p:cNvSpPr>
            <a:spLocks noGrp="1"/>
          </p:cNvSpPr>
          <p:nvPr>
            <p:ph type="title"/>
          </p:nvPr>
        </p:nvSpPr>
        <p:spPr>
          <a:xfrm>
            <a:off x="965510" y="760406"/>
            <a:ext cx="10553509" cy="579245"/>
          </a:xfrm>
        </p:spPr>
        <p:txBody>
          <a:bodyPr rtlCol="0"/>
          <a:lstStyle>
            <a:defPPr>
              <a:defRPr lang="es-ES"/>
            </a:defPPr>
          </a:lstStyle>
          <a:p>
            <a:r>
              <a:rPr lang="es-ES" dirty="0" err="1"/>
              <a:t>Odometría</a:t>
            </a:r>
            <a:r>
              <a:rPr lang="es-ES" dirty="0"/>
              <a:t> visual-inercial</a:t>
            </a:r>
            <a:endParaRPr lang="es-ES" b="0" dirty="0"/>
          </a:p>
        </p:txBody>
      </p:sp>
      <p:sp>
        <p:nvSpPr>
          <p:cNvPr id="3" name="Marcador de pie de página 2">
            <a:extLst>
              <a:ext uri="{FF2B5EF4-FFF2-40B4-BE49-F238E27FC236}">
                <a16:creationId xmlns:a16="http://schemas.microsoft.com/office/drawing/2014/main" id="{612EF2FD-7DA4-939E-790A-E916D72E7D84}"/>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D5E4C6B1-FBF5-BF49-C4FB-1846DF8C3869}"/>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6</a:t>
            </a:fld>
            <a:endParaRPr lang="es-ES"/>
          </a:p>
        </p:txBody>
      </p:sp>
      <p:sp>
        <p:nvSpPr>
          <p:cNvPr id="35" name="Marcador de fecha 34">
            <a:extLst>
              <a:ext uri="{FF2B5EF4-FFF2-40B4-BE49-F238E27FC236}">
                <a16:creationId xmlns:a16="http://schemas.microsoft.com/office/drawing/2014/main" id="{3001C955-632D-B437-D9FC-DB0C87D3DE64}"/>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174748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47269-2F2C-B303-D606-4F8ED1E58D77}"/>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FE176F6F-F16E-94AC-17AD-3A6EECEB221D}"/>
              </a:ext>
            </a:extLst>
          </p:cNvPr>
          <p:cNvSpPr>
            <a:spLocks noGrp="1"/>
          </p:cNvSpPr>
          <p:nvPr>
            <p:ph type="title"/>
          </p:nvPr>
        </p:nvSpPr>
        <p:spPr>
          <a:xfrm>
            <a:off x="965510" y="760406"/>
            <a:ext cx="10553509" cy="579245"/>
          </a:xfrm>
        </p:spPr>
        <p:txBody>
          <a:bodyPr rtlCol="0"/>
          <a:lstStyle>
            <a:defPPr>
              <a:defRPr lang="es-ES"/>
            </a:defPPr>
          </a:lstStyle>
          <a:p>
            <a:r>
              <a:rPr lang="es-ES" dirty="0"/>
              <a:t>Estimación de profundidad y evitación de obstáculos</a:t>
            </a:r>
            <a:endParaRPr lang="es-ES" b="0" dirty="0"/>
          </a:p>
        </p:txBody>
      </p:sp>
      <p:sp>
        <p:nvSpPr>
          <p:cNvPr id="3" name="Marcador de pie de página 2">
            <a:extLst>
              <a:ext uri="{FF2B5EF4-FFF2-40B4-BE49-F238E27FC236}">
                <a16:creationId xmlns:a16="http://schemas.microsoft.com/office/drawing/2014/main" id="{E7D62783-B3B9-6FC4-E5F5-5CC011B13F1E}"/>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834DDE8C-2BD9-1401-3882-71DA588811B3}"/>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7</a:t>
            </a:fld>
            <a:endParaRPr lang="es-ES"/>
          </a:p>
        </p:txBody>
      </p:sp>
      <p:sp>
        <p:nvSpPr>
          <p:cNvPr id="35" name="Marcador de fecha 34">
            <a:extLst>
              <a:ext uri="{FF2B5EF4-FFF2-40B4-BE49-F238E27FC236}">
                <a16:creationId xmlns:a16="http://schemas.microsoft.com/office/drawing/2014/main" id="{D0D97D01-5A31-2588-D82D-407B084E6BC6}"/>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2829332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8A24-5C8D-E5CE-F52A-CC786B1BBBD4}"/>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B57AF741-1FA8-D0B9-BA16-86D5557B3B4E}"/>
              </a:ext>
            </a:extLst>
          </p:cNvPr>
          <p:cNvSpPr>
            <a:spLocks noGrp="1"/>
          </p:cNvSpPr>
          <p:nvPr>
            <p:ph type="title"/>
          </p:nvPr>
        </p:nvSpPr>
        <p:spPr>
          <a:xfrm>
            <a:off x="965510" y="760406"/>
            <a:ext cx="10553509" cy="579245"/>
          </a:xfrm>
        </p:spPr>
        <p:txBody>
          <a:bodyPr rtlCol="0"/>
          <a:lstStyle>
            <a:defPPr>
              <a:defRPr lang="es-ES"/>
            </a:defPPr>
          </a:lstStyle>
          <a:p>
            <a:r>
              <a:rPr lang="es-ES" dirty="0"/>
              <a:t>Planificación y control</a:t>
            </a:r>
            <a:endParaRPr lang="es-ES" b="0" dirty="0"/>
          </a:p>
        </p:txBody>
      </p:sp>
      <p:sp>
        <p:nvSpPr>
          <p:cNvPr id="3" name="Marcador de pie de página 2">
            <a:extLst>
              <a:ext uri="{FF2B5EF4-FFF2-40B4-BE49-F238E27FC236}">
                <a16:creationId xmlns:a16="http://schemas.microsoft.com/office/drawing/2014/main" id="{6CAFDE07-2DB9-E788-8039-D7430B3F580A}"/>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10FA4EE2-5943-E2A6-9CDE-F44579666A67}"/>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8</a:t>
            </a:fld>
            <a:endParaRPr lang="es-ES"/>
          </a:p>
        </p:txBody>
      </p:sp>
      <p:sp>
        <p:nvSpPr>
          <p:cNvPr id="35" name="Marcador de fecha 34">
            <a:extLst>
              <a:ext uri="{FF2B5EF4-FFF2-40B4-BE49-F238E27FC236}">
                <a16:creationId xmlns:a16="http://schemas.microsoft.com/office/drawing/2014/main" id="{5C37D184-C52C-3F46-8668-39365ED64471}"/>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4164586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A69CE-C9A1-A9AF-5A80-4843634829B9}"/>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6985EC6F-5F44-249D-48E8-E5E651079392}"/>
              </a:ext>
            </a:extLst>
          </p:cNvPr>
          <p:cNvSpPr>
            <a:spLocks noGrp="1"/>
          </p:cNvSpPr>
          <p:nvPr>
            <p:ph type="title"/>
          </p:nvPr>
        </p:nvSpPr>
        <p:spPr>
          <a:xfrm>
            <a:off x="965510" y="760406"/>
            <a:ext cx="10553509" cy="579245"/>
          </a:xfrm>
        </p:spPr>
        <p:txBody>
          <a:bodyPr rtlCol="0"/>
          <a:lstStyle>
            <a:defPPr>
              <a:defRPr lang="es-ES"/>
            </a:defPPr>
          </a:lstStyle>
          <a:p>
            <a:r>
              <a:rPr lang="es-ES" dirty="0"/>
              <a:t>Resultados</a:t>
            </a:r>
            <a:endParaRPr lang="es-ES" b="0" dirty="0"/>
          </a:p>
        </p:txBody>
      </p:sp>
      <p:sp>
        <p:nvSpPr>
          <p:cNvPr id="3" name="Marcador de pie de página 2">
            <a:extLst>
              <a:ext uri="{FF2B5EF4-FFF2-40B4-BE49-F238E27FC236}">
                <a16:creationId xmlns:a16="http://schemas.microsoft.com/office/drawing/2014/main" id="{4018043E-A9CD-F972-DAB6-06D843CF858A}"/>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3E3AD38A-6ADB-0B7E-A5F9-A099AF930D80}"/>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9</a:t>
            </a:fld>
            <a:endParaRPr lang="es-ES"/>
          </a:p>
        </p:txBody>
      </p:sp>
      <p:sp>
        <p:nvSpPr>
          <p:cNvPr id="35" name="Marcador de fecha 34">
            <a:extLst>
              <a:ext uri="{FF2B5EF4-FFF2-40B4-BE49-F238E27FC236}">
                <a16:creationId xmlns:a16="http://schemas.microsoft.com/office/drawing/2014/main" id="{19596BD0-6AE8-638D-CD26-2300D5A0635B}"/>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342019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AF9FA-6C6C-8D1B-C7FD-4DF948FBF808}"/>
            </a:ext>
          </a:extLst>
        </p:cNvPr>
        <p:cNvGrpSpPr/>
        <p:nvPr/>
      </p:nvGrpSpPr>
      <p:grpSpPr>
        <a:xfrm>
          <a:off x="0" y="0"/>
          <a:ext cx="0" cy="0"/>
          <a:chOff x="0" y="0"/>
          <a:chExt cx="0" cy="0"/>
        </a:xfrm>
      </p:grpSpPr>
      <p:sp>
        <p:nvSpPr>
          <p:cNvPr id="34" name="Título 33">
            <a:extLst>
              <a:ext uri="{FF2B5EF4-FFF2-40B4-BE49-F238E27FC236}">
                <a16:creationId xmlns:a16="http://schemas.microsoft.com/office/drawing/2014/main" id="{3017ECB0-E52E-911B-CB02-4004D78672BE}"/>
              </a:ext>
            </a:extLst>
          </p:cNvPr>
          <p:cNvSpPr>
            <a:spLocks noGrp="1"/>
          </p:cNvSpPr>
          <p:nvPr>
            <p:ph type="title"/>
          </p:nvPr>
        </p:nvSpPr>
        <p:spPr>
          <a:xfrm>
            <a:off x="965510" y="760406"/>
            <a:ext cx="10553509" cy="579245"/>
          </a:xfrm>
        </p:spPr>
        <p:txBody>
          <a:bodyPr rtlCol="0"/>
          <a:lstStyle>
            <a:defPPr>
              <a:defRPr lang="es-ES"/>
            </a:defPPr>
          </a:lstStyle>
          <a:p>
            <a:r>
              <a:rPr lang="es-ES" dirty="0"/>
              <a:t>Conclusiones y trabajo futuro</a:t>
            </a:r>
            <a:br>
              <a:rPr lang="es-ES" b="0" dirty="0"/>
            </a:br>
            <a:endParaRPr lang="es-ES" b="0" dirty="0"/>
          </a:p>
        </p:txBody>
      </p:sp>
      <p:sp>
        <p:nvSpPr>
          <p:cNvPr id="3" name="Marcador de pie de página 2">
            <a:extLst>
              <a:ext uri="{FF2B5EF4-FFF2-40B4-BE49-F238E27FC236}">
                <a16:creationId xmlns:a16="http://schemas.microsoft.com/office/drawing/2014/main" id="{2E0038D4-209D-C9C7-46AD-EED97B3A4192}"/>
              </a:ext>
            </a:extLst>
          </p:cNvPr>
          <p:cNvSpPr>
            <a:spLocks noGrp="1"/>
          </p:cNvSpPr>
          <p:nvPr>
            <p:ph type="ftr" sz="quarter" idx="3"/>
          </p:nvPr>
        </p:nvSpPr>
        <p:spPr>
          <a:xfrm rot="5400000">
            <a:off x="10541127" y="1408176"/>
            <a:ext cx="2770499" cy="365125"/>
          </a:xfrm>
        </p:spPr>
        <p:txBody>
          <a:bodyPr lIns="36000" rtlCol="0"/>
          <a:lstStyle>
            <a:defPPr>
              <a:defRPr lang="es-ES"/>
            </a:defPPr>
          </a:lstStyle>
          <a:p>
            <a:pPr rtl="0"/>
            <a:r>
              <a:rPr lang="es-ES" sz="800" dirty="0"/>
              <a:t>Trabajo fin de master</a:t>
            </a:r>
          </a:p>
        </p:txBody>
      </p:sp>
      <p:sp>
        <p:nvSpPr>
          <p:cNvPr id="4" name="Marcador de número de diapositiva 3">
            <a:extLst>
              <a:ext uri="{FF2B5EF4-FFF2-40B4-BE49-F238E27FC236}">
                <a16:creationId xmlns:a16="http://schemas.microsoft.com/office/drawing/2014/main" id="{8EB82AC7-665F-C2EE-5D79-84002BEDC3FB}"/>
              </a:ext>
            </a:extLst>
          </p:cNvPr>
          <p:cNvSpPr>
            <a:spLocks noGrp="1"/>
          </p:cNvSpPr>
          <p:nvPr>
            <p:ph type="sldNum" sz="quarter" idx="4"/>
          </p:nvPr>
        </p:nvSpPr>
        <p:spPr>
          <a:xfrm>
            <a:off x="11519019" y="3164804"/>
            <a:ext cx="545911" cy="580029"/>
          </a:xfrm>
        </p:spPr>
        <p:txBody>
          <a:bodyPr rtlCol="0"/>
          <a:lstStyle>
            <a:defPPr>
              <a:defRPr lang="es-ES"/>
            </a:defPPr>
          </a:lstStyle>
          <a:p>
            <a:pPr rtl="0"/>
            <a:fld id="{8D1FC6F8-0BCD-47E9-9C64-690771D9C143}" type="slidenum">
              <a:rPr lang="es-ES" smtClean="0"/>
              <a:pPr rtl="0"/>
              <a:t>10</a:t>
            </a:fld>
            <a:endParaRPr lang="es-ES"/>
          </a:p>
        </p:txBody>
      </p:sp>
      <p:sp>
        <p:nvSpPr>
          <p:cNvPr id="35" name="Marcador de fecha 34">
            <a:extLst>
              <a:ext uri="{FF2B5EF4-FFF2-40B4-BE49-F238E27FC236}">
                <a16:creationId xmlns:a16="http://schemas.microsoft.com/office/drawing/2014/main" id="{5E7C8F4F-CE8B-0FBD-402A-EA9BAFC6A316}"/>
              </a:ext>
            </a:extLst>
          </p:cNvPr>
          <p:cNvSpPr>
            <a:spLocks noGrp="1"/>
          </p:cNvSpPr>
          <p:nvPr>
            <p:ph type="dt" sz="half" idx="2"/>
          </p:nvPr>
        </p:nvSpPr>
        <p:spPr>
          <a:xfrm rot="5400000">
            <a:off x="10595991" y="5074920"/>
            <a:ext cx="2647667" cy="365125"/>
          </a:xfrm>
        </p:spPr>
        <p:txBody>
          <a:bodyPr rtlCol="0"/>
          <a:lstStyle>
            <a:defPPr>
              <a:defRPr lang="es-ES"/>
            </a:defPPr>
          </a:lstStyle>
          <a:p>
            <a:pPr rtl="0"/>
            <a:r>
              <a:rPr lang="es-ES" sz="800" dirty="0"/>
              <a:t>07 de junio de 2026</a:t>
            </a:r>
          </a:p>
        </p:txBody>
      </p:sp>
    </p:spTree>
    <p:extLst>
      <p:ext uri="{BB962C8B-B14F-4D97-AF65-F5344CB8AC3E}">
        <p14:creationId xmlns:p14="http://schemas.microsoft.com/office/powerpoint/2010/main" val="11467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arcador de pie de página 10">
            <a:extLst>
              <a:ext uri="{FF2B5EF4-FFF2-40B4-BE49-F238E27FC236}">
                <a16:creationId xmlns:a16="http://schemas.microsoft.com/office/drawing/2014/main" id="{A2EB208E-E68C-4B43-8AD1-6B9A7F5F5BF5}"/>
              </a:ext>
            </a:extLst>
          </p:cNvPr>
          <p:cNvSpPr>
            <a:spLocks noGrp="1"/>
          </p:cNvSpPr>
          <p:nvPr>
            <p:ph type="ftr" sz="quarter" idx="3"/>
          </p:nvPr>
        </p:nvSpPr>
        <p:spPr>
          <a:xfrm rot="5400000">
            <a:off x="10541127" y="1408176"/>
            <a:ext cx="2770499" cy="365125"/>
          </a:xfrm>
        </p:spPr>
        <p:txBody>
          <a:bodyPr lIns="36000" rtlCol="0"/>
          <a:lstStyle>
            <a:defPPr>
              <a:defRPr lang="es-ES"/>
            </a:defPPr>
          </a:lstStyle>
          <a:p>
            <a:r>
              <a:rPr lang="es-ES" sz="800" dirty="0"/>
              <a:t>Trabajo fin de master</a:t>
            </a:r>
          </a:p>
        </p:txBody>
      </p:sp>
      <p:sp>
        <p:nvSpPr>
          <p:cNvPr id="12" name="Marcador de número de diapositiva 11">
            <a:extLst>
              <a:ext uri="{FF2B5EF4-FFF2-40B4-BE49-F238E27FC236}">
                <a16:creationId xmlns:a16="http://schemas.microsoft.com/office/drawing/2014/main" id="{312822BD-8CF7-4472-A607-0DD012817DB6}"/>
              </a:ext>
            </a:extLst>
          </p:cNvPr>
          <p:cNvSpPr>
            <a:spLocks noGrp="1"/>
          </p:cNvSpPr>
          <p:nvPr>
            <p:ph type="sldNum" sz="quarter" idx="4"/>
          </p:nvPr>
        </p:nvSpPr>
        <p:spPr>
          <a:xfrm>
            <a:off x="11519019" y="3164804"/>
            <a:ext cx="545911" cy="580029"/>
          </a:xfrm>
        </p:spPr>
        <p:txBody>
          <a:bodyPr rtlCol="0"/>
          <a:lstStyle>
            <a:defPPr>
              <a:defRPr lang="es-ES"/>
            </a:defPPr>
          </a:lstStyle>
          <a:p>
            <a:pPr rtl="0"/>
            <a:fld id="{FEA145A6-660C-42A7-85AF-AF42E3C0A892}" type="slidenum">
              <a:rPr lang="es-ES" smtClean="0"/>
              <a:pPr rtl="0"/>
              <a:t>11</a:t>
            </a:fld>
            <a:endParaRPr lang="es-ES"/>
          </a:p>
        </p:txBody>
      </p:sp>
      <p:sp>
        <p:nvSpPr>
          <p:cNvPr id="42" name="Marcador de fecha 41">
            <a:extLst>
              <a:ext uri="{FF2B5EF4-FFF2-40B4-BE49-F238E27FC236}">
                <a16:creationId xmlns:a16="http://schemas.microsoft.com/office/drawing/2014/main" id="{58C1F07E-94CC-45BF-8EE6-8CD7BD89CE54}"/>
              </a:ext>
            </a:extLst>
          </p:cNvPr>
          <p:cNvSpPr>
            <a:spLocks noGrp="1"/>
          </p:cNvSpPr>
          <p:nvPr>
            <p:ph type="dt" sz="half" idx="2"/>
          </p:nvPr>
        </p:nvSpPr>
        <p:spPr>
          <a:xfrm rot="5400000">
            <a:off x="10595991" y="5074920"/>
            <a:ext cx="2647667" cy="365125"/>
          </a:xfrm>
        </p:spPr>
        <p:txBody>
          <a:bodyPr rtlCol="0"/>
          <a:lstStyle>
            <a:defPPr>
              <a:defRPr lang="es-ES"/>
            </a:defPPr>
          </a:lstStyle>
          <a:p>
            <a:r>
              <a:rPr lang="es-ES" sz="800" dirty="0"/>
              <a:t>07 de junio de 2026</a:t>
            </a:r>
          </a:p>
        </p:txBody>
      </p:sp>
      <p:sp>
        <p:nvSpPr>
          <p:cNvPr id="3" name="Título 2">
            <a:extLst>
              <a:ext uri="{FF2B5EF4-FFF2-40B4-BE49-F238E27FC236}">
                <a16:creationId xmlns:a16="http://schemas.microsoft.com/office/drawing/2014/main" id="{8DEBBED3-F053-3DB8-9BE1-903E34A69B4A}"/>
              </a:ext>
            </a:extLst>
          </p:cNvPr>
          <p:cNvSpPr>
            <a:spLocks noGrp="1"/>
          </p:cNvSpPr>
          <p:nvPr>
            <p:ph type="title"/>
          </p:nvPr>
        </p:nvSpPr>
        <p:spPr>
          <a:xfrm>
            <a:off x="6621835" y="2810380"/>
            <a:ext cx="3595186" cy="708848"/>
          </a:xfrm>
        </p:spPr>
        <p:txBody>
          <a:bodyPr/>
          <a:lstStyle/>
          <a:p>
            <a:r>
              <a:rPr lang="es-ES" sz="4800" dirty="0"/>
              <a:t>GRACIAS</a:t>
            </a:r>
          </a:p>
        </p:txBody>
      </p:sp>
    </p:spTree>
    <p:extLst>
      <p:ext uri="{BB962C8B-B14F-4D97-AF65-F5344CB8AC3E}">
        <p14:creationId xmlns:p14="http://schemas.microsoft.com/office/powerpoint/2010/main" val="2946034355"/>
      </p:ext>
    </p:extLst>
  </p:cSld>
  <p:clrMapOvr>
    <a:masterClrMapping/>
  </p:clrMapOvr>
</p:sld>
</file>

<file path=ppt/theme/theme1.xml><?xml version="1.0" encoding="utf-8"?>
<a:theme xmlns:a="http://schemas.openxmlformats.org/drawingml/2006/main" name="Tema de Offic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062027_TF56488565_Win32" id="{E7D69B5B-2E8D-491B-BF15-D528A99B5228}" vid="{EDA5057B-65EA-4A5F-931A-7C55CD78A37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8A4BC3-D1CE-4BB2-9C42-D67FD92CAF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1989D7-CF02-4DC5-9433-98B600ACA0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C2B339A-BBCD-4BF4-A3FE-AE1F9B12F717}">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a inversores futurista</Template>
  <TotalTime>154</TotalTime>
  <Words>253</Words>
  <Application>Microsoft Office PowerPoint</Application>
  <PresentationFormat>Panorámica</PresentationFormat>
  <Paragraphs>59</Paragraphs>
  <Slides>11</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Arial</vt:lpstr>
      <vt:lpstr>Calibri</vt:lpstr>
      <vt:lpstr>Calibri Light</vt:lpstr>
      <vt:lpstr>Century Gothic</vt:lpstr>
      <vt:lpstr>Courier New</vt:lpstr>
      <vt:lpstr>Daytona Pro Light</vt:lpstr>
      <vt:lpstr>Tema de Office</vt:lpstr>
      <vt:lpstr> Navegación autónoma MEDIANTE VISIÓN mono</vt:lpstr>
      <vt:lpstr>Problema y motivación</vt:lpstr>
      <vt:lpstr>Objetivos y aportación del proyecto</vt:lpstr>
      <vt:lpstr>Arquitectura general del sistema</vt:lpstr>
      <vt:lpstr>Comunicación y sincronización temporal</vt:lpstr>
      <vt:lpstr>Odometría visual-inercial</vt:lpstr>
      <vt:lpstr>Estimación de profundidad y evitación de obstáculos</vt:lpstr>
      <vt:lpstr>Planificación y control</vt:lpstr>
      <vt:lpstr>Resultados</vt:lpstr>
      <vt:lpstr>Conclusiones y trabajo futuro </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José Lorenzo Torres</dc:creator>
  <cp:lastModifiedBy>André José Lorenzo Torres</cp:lastModifiedBy>
  <cp:revision>2</cp:revision>
  <dcterms:created xsi:type="dcterms:W3CDTF">2026-08-07T19:22:18Z</dcterms:created>
  <dcterms:modified xsi:type="dcterms:W3CDTF">2026-08-07T21:56:21Z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