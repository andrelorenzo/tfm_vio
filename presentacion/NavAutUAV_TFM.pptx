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77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6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6432" autoAdjust="0"/>
  </p:normalViewPr>
  <p:slideViewPr>
    <p:cSldViewPr snapToGrid="0">
      <p:cViewPr varScale="1">
        <p:scale>
          <a:sx n="75" d="100"/>
          <a:sy n="75" d="100"/>
        </p:scale>
        <p:origin x="48" y="38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6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chemeClr val="accent1"/>
            </a:solidFill>
            <a:ln w="12700">
              <a:solidFill>
                <a:schemeClr val="accent6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20XX</c:v>
                </c:pt>
                <c:pt idx="1">
                  <c:v>20XX</c:v>
                </c:pt>
                <c:pt idx="2">
                  <c:v>20XX</c:v>
                </c:pt>
                <c:pt idx="3">
                  <c:v>20XX</c:v>
                </c:pt>
              </c:strCache>
            </c:strRef>
          </c:cat>
          <c:val>
            <c:numRef>
              <c:f>Sheet1!$B$2:$B$5</c:f>
              <c:numCache>
                <c:formatCode>#,##0\ [$€-C0A]</c:formatCode>
                <c:ptCount val="4"/>
                <c:pt idx="0">
                  <c:v>10000</c:v>
                </c:pt>
                <c:pt idx="1">
                  <c:v>20000</c:v>
                </c:pt>
                <c:pt idx="2">
                  <c:v>30000</c:v>
                </c:pt>
                <c:pt idx="3">
                  <c:v>40000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74-41B8-B572-B82F2D13DC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100"/>
        <c:axId val="694597680"/>
        <c:axId val="694598992"/>
      </c:barChart>
      <c:catAx>
        <c:axId val="69459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chemeClr val="accent3">
                <a:alpha val="4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ES"/>
          </a:p>
        </c:txPr>
        <c:crossAx val="694598992"/>
        <c:crosses val="autoZero"/>
        <c:auto val="1"/>
        <c:lblAlgn val="ctr"/>
        <c:lblOffset val="100"/>
        <c:noMultiLvlLbl val="0"/>
      </c:catAx>
      <c:valAx>
        <c:axId val="694598992"/>
        <c:scaling>
          <c:orientation val="minMax"/>
          <c:max val="40000"/>
        </c:scaling>
        <c:delete val="0"/>
        <c:axPos val="l"/>
        <c:majorGridlines>
          <c:spPr>
            <a:ln w="6350" cap="flat" cmpd="sng" algn="ctr">
              <a:solidFill>
                <a:schemeClr val="accent3">
                  <a:alpha val="40000"/>
                </a:schemeClr>
              </a:solidFill>
              <a:round/>
            </a:ln>
            <a:effectLst/>
          </c:spPr>
        </c:majorGridlines>
        <c:numFmt formatCode="#,##0\ &quot;€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ES"/>
          </a:p>
        </c:txPr>
        <c:crossAx val="694597680"/>
        <c:crosses val="autoZero"/>
        <c:crossBetween val="between"/>
        <c:majorUnit val="100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7047056-A4A4-49C6-B53A-A3B5AD2C9E0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D56B0B6-1521-4655-A849-832BDEEDBB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B5F2E885-813F-4080-B10A-98A63BA85A1E}" type="datetime1">
              <a:rPr lang="es-ES" smtClean="0"/>
              <a:t>07/08/2026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76D0097-1060-4E43-8794-A93E30064A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29457E5-A2BA-4F1E-ACE4-06A1C8C83D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37B95B5C-AE81-486B-8299-C690ADF087B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632293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F704DC2E-97AC-4F48-A85A-0330B1555654}" type="datetime1">
              <a:rPr lang="es-ES" noProof="0" smtClean="0"/>
              <a:t>07/08/2026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6922D2F8-28A7-48E8-ADD3-E9583D47D83D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179189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Buenos días. Voy a presentar mi Trabajo Fin de Máster, centrado en la navegación autónoma de un UAV en interiores utilizando visión monocular e información inercial. El objetivo principal del proyecto ha sido desarrollar un sistema capaz de estimar el estado del vehículo y evitar obstáculos en tiempo real, manteniendo una arquitectura viable desde el punto de vista computacional.</a:t>
            </a:r>
          </a:p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6536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0907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9581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820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16533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71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87443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219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77102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2432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3969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5571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27490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90226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312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009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265945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9658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98638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1903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6922D2F8-28A7-48E8-ADD3-E9583D47D83D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730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>
            <a:extLst>
              <a:ext uri="{FF2B5EF4-FFF2-40B4-BE49-F238E27FC236}">
                <a16:creationId xmlns:a16="http://schemas.microsoft.com/office/drawing/2014/main" id="{C7F6B47B-FE57-44F5-B5A8-26DF978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F9444BC-BA6E-47AE-9F54-D7B7A49832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5674" y="1327759"/>
            <a:ext cx="4989628" cy="1929505"/>
          </a:xfrm>
          <a:prstGeom prst="rect">
            <a:avLst/>
          </a:prstGeom>
        </p:spPr>
        <p:txBody>
          <a:bodyPr rtlCol="0" anchor="b"/>
          <a:lstStyle>
            <a:lvl1pPr>
              <a:defRPr lang="es-ES" sz="48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36ACD8B9-402D-4E40-BE1F-410604448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934" y="3257264"/>
            <a:ext cx="4989628" cy="81602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>
              <a:buNone/>
              <a:defRPr lang="es-ES" sz="1800" i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3408032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bre nosot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áfico 36">
            <a:extLst>
              <a:ext uri="{FF2B5EF4-FFF2-40B4-BE49-F238E27FC236}">
                <a16:creationId xmlns:a16="http://schemas.microsoft.com/office/drawing/2014/main" id="{65AAE033-7EA4-4A87-A126-29FE427645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Elipse 30">
            <a:extLst>
              <a:ext uri="{FF2B5EF4-FFF2-40B4-BE49-F238E27FC236}">
                <a16:creationId xmlns:a16="http://schemas.microsoft.com/office/drawing/2014/main" id="{A5F6FE17-A48F-4A3E-8719-1DE83CD6B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62048" y="1199853"/>
            <a:ext cx="3929901" cy="3929901"/>
          </a:xfrm>
          <a:prstGeom prst="ellips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FF73882-4B79-419D-89EE-4B7CED18D9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623" y="2210810"/>
            <a:ext cx="4579970" cy="538038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EF50E1F4-245D-4104-AFDB-25D35D7C5C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4661" y="2747550"/>
            <a:ext cx="5309918" cy="2872039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6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0" name="Marcador de posición de imagen 29">
            <a:extLst>
              <a:ext uri="{FF2B5EF4-FFF2-40B4-BE49-F238E27FC236}">
                <a16:creationId xmlns:a16="http://schemas.microsoft.com/office/drawing/2014/main" id="{73A2FF74-415E-49BB-B2ED-E04C7B50BD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63453" y="1433033"/>
            <a:ext cx="3527091" cy="3463540"/>
          </a:xfrm>
          <a:prstGeom prst="ellipse">
            <a:avLst/>
          </a:prstGeom>
        </p:spPr>
        <p:txBody>
          <a:bodyPr rtlCol="0"/>
          <a:lstStyle>
            <a:lvl1pPr marL="0" indent="0" algn="ctr">
              <a:buFont typeface="+mj-lt"/>
              <a:buNone/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20" name="Marcador de pie de página 15">
            <a:extLst>
              <a:ext uri="{FF2B5EF4-FFF2-40B4-BE49-F238E27FC236}">
                <a16:creationId xmlns:a16="http://schemas.microsoft.com/office/drawing/2014/main" id="{1847553A-14C8-45EB-88C7-05CE63B7E3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b="1" dirty="0"/>
          </a:p>
        </p:txBody>
      </p:sp>
      <p:sp>
        <p:nvSpPr>
          <p:cNvPr id="21" name="Marcador de número de diapositiva 16">
            <a:extLst>
              <a:ext uri="{FF2B5EF4-FFF2-40B4-BE49-F238E27FC236}">
                <a16:creationId xmlns:a16="http://schemas.microsoft.com/office/drawing/2014/main" id="{E7FABA93-7D08-4CFE-B3A8-D44B1A0F36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2" name="Marcador de fecha 14">
            <a:extLst>
              <a:ext uri="{FF2B5EF4-FFF2-40B4-BE49-F238E27FC236}">
                <a16:creationId xmlns:a16="http://schemas.microsoft.com/office/drawing/2014/main" id="{FBD26C03-0B97-464A-A39C-A1F339DBA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26092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EC80EFA4-265B-48D2-AE72-8585EEED6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9C648289-A550-4F4F-96C8-3D82FCE942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7069" y="695093"/>
            <a:ext cx="4919354" cy="667498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33EEFC4F-DE64-450E-9DD5-65D08E123C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199594" y="1873815"/>
            <a:ext cx="2556579" cy="36512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8" name="Marcador de texto 14">
            <a:extLst>
              <a:ext uri="{FF2B5EF4-FFF2-40B4-BE49-F238E27FC236}">
                <a16:creationId xmlns:a16="http://schemas.microsoft.com/office/drawing/2014/main" id="{38C58F5B-7BA2-42E8-B66A-4561678ADD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99595" y="2178444"/>
            <a:ext cx="2556579" cy="1328236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5" name="Marcador de texto 14">
            <a:extLst>
              <a:ext uri="{FF2B5EF4-FFF2-40B4-BE49-F238E27FC236}">
                <a16:creationId xmlns:a16="http://schemas.microsoft.com/office/drawing/2014/main" id="{66743AAE-DD8A-4954-B033-100DF6D975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8997" y="1873815"/>
            <a:ext cx="2556578" cy="36512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6" name="Marcador de texto 14">
            <a:extLst>
              <a:ext uri="{FF2B5EF4-FFF2-40B4-BE49-F238E27FC236}">
                <a16:creationId xmlns:a16="http://schemas.microsoft.com/office/drawing/2014/main" id="{B7B5D3C5-66A2-486B-9B1D-A7075D150C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38997" y="2178444"/>
            <a:ext cx="2556578" cy="1291081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0" name="Marcador de texto 14">
            <a:extLst>
              <a:ext uri="{FF2B5EF4-FFF2-40B4-BE49-F238E27FC236}">
                <a16:creationId xmlns:a16="http://schemas.microsoft.com/office/drawing/2014/main" id="{AD063EDB-47FD-44F8-9344-12CBC2AE0B7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99595" y="4071261"/>
            <a:ext cx="2556577" cy="36512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22" name="Marcador de texto 14">
            <a:extLst>
              <a:ext uri="{FF2B5EF4-FFF2-40B4-BE49-F238E27FC236}">
                <a16:creationId xmlns:a16="http://schemas.microsoft.com/office/drawing/2014/main" id="{94586DE3-CDE9-4337-A49D-C1031595E36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99596" y="4383943"/>
            <a:ext cx="2556577" cy="1328236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9" name="Marcador de texto 14">
            <a:extLst>
              <a:ext uri="{FF2B5EF4-FFF2-40B4-BE49-F238E27FC236}">
                <a16:creationId xmlns:a16="http://schemas.microsoft.com/office/drawing/2014/main" id="{64F0745D-06FC-4840-B9DF-3176DEDA6F6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38997" y="4071261"/>
            <a:ext cx="2556578" cy="36512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20" name="Marcador de texto 14">
            <a:extLst>
              <a:ext uri="{FF2B5EF4-FFF2-40B4-BE49-F238E27FC236}">
                <a16:creationId xmlns:a16="http://schemas.microsoft.com/office/drawing/2014/main" id="{F29A1EC1-1F01-46ED-BF67-15FE9E1206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38997" y="4375890"/>
            <a:ext cx="2556578" cy="1291081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1" name="Marcador de pie de página 15">
            <a:extLst>
              <a:ext uri="{FF2B5EF4-FFF2-40B4-BE49-F238E27FC236}">
                <a16:creationId xmlns:a16="http://schemas.microsoft.com/office/drawing/2014/main" id="{B2A74AF7-DFFE-4795-8CF0-8C90F6C3E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42" name="Marcador de número de diapositiva 16">
            <a:extLst>
              <a:ext uri="{FF2B5EF4-FFF2-40B4-BE49-F238E27FC236}">
                <a16:creationId xmlns:a16="http://schemas.microsoft.com/office/drawing/2014/main" id="{13F4D90B-645E-4CFF-8AA0-91C269845F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43" name="Marcador de fecha 14">
            <a:extLst>
              <a:ext uri="{FF2B5EF4-FFF2-40B4-BE49-F238E27FC236}">
                <a16:creationId xmlns:a16="http://schemas.microsoft.com/office/drawing/2014/main" id="{21EA3114-5B31-47ED-9AB6-EE59E58037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074144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86D81B66-9FC1-4E48-808B-98B1726D4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ítulo 10">
            <a:extLst>
              <a:ext uri="{FF2B5EF4-FFF2-40B4-BE49-F238E27FC236}">
                <a16:creationId xmlns:a16="http://schemas.microsoft.com/office/drawing/2014/main" id="{747F51C0-908A-420C-B5BC-5685D0E952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9716" y="1823625"/>
            <a:ext cx="4719884" cy="580030"/>
          </a:xfrm>
          <a:prstGeom prst="rect">
            <a:avLst/>
          </a:prstGeom>
        </p:spPr>
        <p:txBody>
          <a:bodyPr rtlCol="0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4F835D01-B0D4-49D8-B947-C2062305C5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005" y="4230943"/>
            <a:ext cx="2640803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27" name="Marcador de texto 14">
            <a:extLst>
              <a:ext uri="{FF2B5EF4-FFF2-40B4-BE49-F238E27FC236}">
                <a16:creationId xmlns:a16="http://schemas.microsoft.com/office/drawing/2014/main" id="{0B4ACDBA-7606-44B8-B1E1-C4750F8952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005" y="4546458"/>
            <a:ext cx="2640803" cy="1616414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2" name="Marcador de texto 14">
            <a:extLst>
              <a:ext uri="{FF2B5EF4-FFF2-40B4-BE49-F238E27FC236}">
                <a16:creationId xmlns:a16="http://schemas.microsoft.com/office/drawing/2014/main" id="{D24600D7-8A94-406B-9274-351140BE27D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37502" y="4234631"/>
            <a:ext cx="2640803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28" name="Marcador de texto 14">
            <a:extLst>
              <a:ext uri="{FF2B5EF4-FFF2-40B4-BE49-F238E27FC236}">
                <a16:creationId xmlns:a16="http://schemas.microsoft.com/office/drawing/2014/main" id="{5FE6844F-9BC3-4E56-82B1-0B53BE292B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503" y="4550146"/>
            <a:ext cx="2640803" cy="1616414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3" name="Marcador de texto 14">
            <a:extLst>
              <a:ext uri="{FF2B5EF4-FFF2-40B4-BE49-F238E27FC236}">
                <a16:creationId xmlns:a16="http://schemas.microsoft.com/office/drawing/2014/main" id="{105C7AE2-E0F2-4EA9-B804-774B125FB0D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4218499"/>
            <a:ext cx="2640803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29" name="Marcador de texto 14">
            <a:extLst>
              <a:ext uri="{FF2B5EF4-FFF2-40B4-BE49-F238E27FC236}">
                <a16:creationId xmlns:a16="http://schemas.microsoft.com/office/drawing/2014/main" id="{4B70930A-D98B-43B3-BC32-B48D9D7F0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4534014"/>
            <a:ext cx="2640803" cy="1616414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4" name="Marcador de texto 14">
            <a:extLst>
              <a:ext uri="{FF2B5EF4-FFF2-40B4-BE49-F238E27FC236}">
                <a16:creationId xmlns:a16="http://schemas.microsoft.com/office/drawing/2014/main" id="{500DE4BC-2A21-4C62-8F5C-AFE1D0AEDFB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46967" y="4218499"/>
            <a:ext cx="2640803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30" name="Marcador de texto 14">
            <a:extLst>
              <a:ext uri="{FF2B5EF4-FFF2-40B4-BE49-F238E27FC236}">
                <a16:creationId xmlns:a16="http://schemas.microsoft.com/office/drawing/2014/main" id="{0EEFD44C-4B64-4246-BC04-76812ED5E09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46967" y="4534014"/>
            <a:ext cx="2640803" cy="1616414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0" name="Marcador de pie de página 15">
            <a:extLst>
              <a:ext uri="{FF2B5EF4-FFF2-40B4-BE49-F238E27FC236}">
                <a16:creationId xmlns:a16="http://schemas.microsoft.com/office/drawing/2014/main" id="{AB492A3E-766F-42FE-A5F7-88807B5959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1" name="Marcador de número de diapositiva 16">
            <a:extLst>
              <a:ext uri="{FF2B5EF4-FFF2-40B4-BE49-F238E27FC236}">
                <a16:creationId xmlns:a16="http://schemas.microsoft.com/office/drawing/2014/main" id="{784AE79C-95F2-4A84-B62A-95B076FB02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2" name="Marcador de fecha 14">
            <a:extLst>
              <a:ext uri="{FF2B5EF4-FFF2-40B4-BE49-F238E27FC236}">
                <a16:creationId xmlns:a16="http://schemas.microsoft.com/office/drawing/2014/main" id="{1C2E5CE3-E252-4255-BF5E-8B4F1F3A16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45E5C588-A831-4EB3-BFDF-78002F7D550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08479" y="3330145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36" name="Marcador de posición de imagen 13">
            <a:extLst>
              <a:ext uri="{FF2B5EF4-FFF2-40B4-BE49-F238E27FC236}">
                <a16:creationId xmlns:a16="http://schemas.microsoft.com/office/drawing/2014/main" id="{AD31BE3F-B09E-4BCC-947F-3D4DB153E35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266976" y="3330145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37" name="Marcador de posición de imagen 13">
            <a:extLst>
              <a:ext uri="{FF2B5EF4-FFF2-40B4-BE49-F238E27FC236}">
                <a16:creationId xmlns:a16="http://schemas.microsoft.com/office/drawing/2014/main" id="{0BF7BBBD-C42C-408E-8F10-7B1BF3C53EF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972085" y="3330145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38" name="Marcador de posición de imagen 13">
            <a:extLst>
              <a:ext uri="{FF2B5EF4-FFF2-40B4-BE49-F238E27FC236}">
                <a16:creationId xmlns:a16="http://schemas.microsoft.com/office/drawing/2014/main" id="{74FF5159-7129-4F52-B5B7-13F2D04EAD3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109232" y="3330145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91310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 del produ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B4076C2D-3CFB-4EFB-8012-9F6E65333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D1D3A9EE-57EE-476A-A657-3A4019818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96218" y="690802"/>
            <a:ext cx="4936277" cy="575890"/>
          </a:xfrm>
          <a:prstGeom prst="rect">
            <a:avLst/>
          </a:prstGeom>
        </p:spPr>
        <p:txBody>
          <a:bodyPr rtlCol="0"/>
          <a:lstStyle>
            <a:lvl1pPr algn="l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33" name="Marcador de texto 14">
            <a:extLst>
              <a:ext uri="{FF2B5EF4-FFF2-40B4-BE49-F238E27FC236}">
                <a16:creationId xmlns:a16="http://schemas.microsoft.com/office/drawing/2014/main" id="{2A0CB777-EF14-4BA6-A19D-697B165B1D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90069" y="2568679"/>
            <a:ext cx="3008631" cy="348162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32" name="Marcador de texto 14">
            <a:extLst>
              <a:ext uri="{FF2B5EF4-FFF2-40B4-BE49-F238E27FC236}">
                <a16:creationId xmlns:a16="http://schemas.microsoft.com/office/drawing/2014/main" id="{0053894D-FD48-4BB5-84D8-2EE54EC8D7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90069" y="2861988"/>
            <a:ext cx="3008630" cy="636682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58" name="Marcador de texto 14">
            <a:extLst>
              <a:ext uri="{FF2B5EF4-FFF2-40B4-BE49-F238E27FC236}">
                <a16:creationId xmlns:a16="http://schemas.microsoft.com/office/drawing/2014/main" id="{32A7FBEC-71F7-4A1F-82A1-C7FBFE05185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13979" y="2568679"/>
            <a:ext cx="3008631" cy="348162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57" name="Marcador de texto 14">
            <a:extLst>
              <a:ext uri="{FF2B5EF4-FFF2-40B4-BE49-F238E27FC236}">
                <a16:creationId xmlns:a16="http://schemas.microsoft.com/office/drawing/2014/main" id="{00EDBC93-E454-47AD-B9C9-E7CCE8DE6B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913979" y="2861988"/>
            <a:ext cx="3008630" cy="636682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64" name="Marcador de texto 14">
            <a:extLst>
              <a:ext uri="{FF2B5EF4-FFF2-40B4-BE49-F238E27FC236}">
                <a16:creationId xmlns:a16="http://schemas.microsoft.com/office/drawing/2014/main" id="{E792D94E-72D4-43F1-8063-14A3F6270A3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0069" y="5044309"/>
            <a:ext cx="3008631" cy="348162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63" name="Marcador de texto 14">
            <a:extLst>
              <a:ext uri="{FF2B5EF4-FFF2-40B4-BE49-F238E27FC236}">
                <a16:creationId xmlns:a16="http://schemas.microsoft.com/office/drawing/2014/main" id="{C18EBA8F-5A95-4501-A602-A9889F0CE3A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190069" y="5337618"/>
            <a:ext cx="3008630" cy="636682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67" name="Marcador de texto 14">
            <a:extLst>
              <a:ext uri="{FF2B5EF4-FFF2-40B4-BE49-F238E27FC236}">
                <a16:creationId xmlns:a16="http://schemas.microsoft.com/office/drawing/2014/main" id="{AF03D6DF-70BB-4EC0-B7BF-94BB780FDF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13980" y="5047681"/>
            <a:ext cx="3008631" cy="348162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66" name="Marcador de texto 14">
            <a:extLst>
              <a:ext uri="{FF2B5EF4-FFF2-40B4-BE49-F238E27FC236}">
                <a16:creationId xmlns:a16="http://schemas.microsoft.com/office/drawing/2014/main" id="{A21FAF3A-556C-4A61-B1C4-E6FB98BE40B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913980" y="5340990"/>
            <a:ext cx="3008630" cy="636682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2" name="Marcador de pie de página 15">
            <a:extLst>
              <a:ext uri="{FF2B5EF4-FFF2-40B4-BE49-F238E27FC236}">
                <a16:creationId xmlns:a16="http://schemas.microsoft.com/office/drawing/2014/main" id="{54442D89-5EE7-4BC5-A35D-B0F93DD36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3" name="Marcador de número de diapositiva 16">
            <a:extLst>
              <a:ext uri="{FF2B5EF4-FFF2-40B4-BE49-F238E27FC236}">
                <a16:creationId xmlns:a16="http://schemas.microsoft.com/office/drawing/2014/main" id="{DC13E404-DE29-4300-A8D5-25F34585A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4" name="Marcador de fecha 14">
            <a:extLst>
              <a:ext uri="{FF2B5EF4-FFF2-40B4-BE49-F238E27FC236}">
                <a16:creationId xmlns:a16="http://schemas.microsoft.com/office/drawing/2014/main" id="{1EAC24B5-8E72-46CA-9A6A-4A6D6EA2C0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  <p:sp>
        <p:nvSpPr>
          <p:cNvPr id="5" name="Marcador de posición de imagen 4">
            <a:extLst>
              <a:ext uri="{FF2B5EF4-FFF2-40B4-BE49-F238E27FC236}">
                <a16:creationId xmlns:a16="http://schemas.microsoft.com/office/drawing/2014/main" id="{C1F11D19-3D38-460E-A8AF-F6A30642EC0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190069" y="1818852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5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21" name="Marcador de posición de imagen 4">
            <a:extLst>
              <a:ext uri="{FF2B5EF4-FFF2-40B4-BE49-F238E27FC236}">
                <a16:creationId xmlns:a16="http://schemas.microsoft.com/office/drawing/2014/main" id="{F915DDB2-3A13-4240-8ECB-677499946C1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913979" y="1818852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5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25" name="Marcador de posición de imagen 4">
            <a:extLst>
              <a:ext uri="{FF2B5EF4-FFF2-40B4-BE49-F238E27FC236}">
                <a16:creationId xmlns:a16="http://schemas.microsoft.com/office/drawing/2014/main" id="{E9059CA0-144F-4780-BA0D-005B827AAEC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90069" y="4281832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5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26" name="Marcador de posición de imagen 4">
            <a:extLst>
              <a:ext uri="{FF2B5EF4-FFF2-40B4-BE49-F238E27FC236}">
                <a16:creationId xmlns:a16="http://schemas.microsoft.com/office/drawing/2014/main" id="{B770164C-988C-4217-B0E9-7D0DC17C8BC6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908115" y="4294030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lang="es-ES" sz="105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641324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tajas del produ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ED540A63-9BB9-478A-BE65-7A901018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767FB1D5-16C4-4AAC-9E31-560F596F8D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2555" y="1823626"/>
            <a:ext cx="4569572" cy="580029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7" name="Marcador de texto 14">
            <a:extLst>
              <a:ext uri="{FF2B5EF4-FFF2-40B4-BE49-F238E27FC236}">
                <a16:creationId xmlns:a16="http://schemas.microsoft.com/office/drawing/2014/main" id="{C269BEF2-E65B-4046-B8D1-1E5DC6D5829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956595" y="2807310"/>
            <a:ext cx="5824073" cy="194014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200000"/>
              </a:lnSpc>
              <a:spcBef>
                <a:spcPts val="0"/>
              </a:spcBef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8" name="Marcador de pie de página 15">
            <a:extLst>
              <a:ext uri="{FF2B5EF4-FFF2-40B4-BE49-F238E27FC236}">
                <a16:creationId xmlns:a16="http://schemas.microsoft.com/office/drawing/2014/main" id="{D89CE923-C669-4E0E-8161-BB328133EE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9" name="Marcador de número de diapositiva 16">
            <a:extLst>
              <a:ext uri="{FF2B5EF4-FFF2-40B4-BE49-F238E27FC236}">
                <a16:creationId xmlns:a16="http://schemas.microsoft.com/office/drawing/2014/main" id="{C820EE41-4997-4CD3-B951-56ECA8842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0" name="Marcador de fecha 14">
            <a:extLst>
              <a:ext uri="{FF2B5EF4-FFF2-40B4-BE49-F238E27FC236}">
                <a16:creationId xmlns:a16="http://schemas.microsoft.com/office/drawing/2014/main" id="{A2A3BC0C-B522-4DA2-BBC0-AC180D8B2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3191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iviso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5F31BC2D-187A-4ED3-8D67-C55187E53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947F2F5-8E72-425B-A8C2-2B3262F730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5440" y="2741026"/>
            <a:ext cx="5002478" cy="2357066"/>
          </a:xfrm>
          <a:prstGeom prst="rect">
            <a:avLst/>
          </a:prstGeom>
        </p:spPr>
        <p:txBody>
          <a:bodyPr rtlCol="0"/>
          <a:lstStyle>
            <a:lvl1pPr algn="ctr">
              <a:defRPr lang="es-ES" sz="48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4250547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elo de nego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490FC0B-50EB-42D6-A2A5-E02EE642E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ítulo 15">
            <a:extLst>
              <a:ext uri="{FF2B5EF4-FFF2-40B4-BE49-F238E27FC236}">
                <a16:creationId xmlns:a16="http://schemas.microsoft.com/office/drawing/2014/main" id="{04AFCE56-D794-4638-A3EC-63DCFB4B6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511" y="760406"/>
            <a:ext cx="5424988" cy="579245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0" name="Marcador de texto 14">
            <a:extLst>
              <a:ext uri="{FF2B5EF4-FFF2-40B4-BE49-F238E27FC236}">
                <a16:creationId xmlns:a16="http://schemas.microsoft.com/office/drawing/2014/main" id="{318D6597-136D-4434-B628-D387BBEEC3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65511" y="3417877"/>
            <a:ext cx="2806280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1" name="Marcador de texto 14">
            <a:extLst>
              <a:ext uri="{FF2B5EF4-FFF2-40B4-BE49-F238E27FC236}">
                <a16:creationId xmlns:a16="http://schemas.microsoft.com/office/drawing/2014/main" id="{0691DF94-6587-4325-9C04-970034F1A8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5511" y="3766050"/>
            <a:ext cx="2806280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" name="Marcador de texto 14">
            <a:extLst>
              <a:ext uri="{FF2B5EF4-FFF2-40B4-BE49-F238E27FC236}">
                <a16:creationId xmlns:a16="http://schemas.microsoft.com/office/drawing/2014/main" id="{A3CE4E75-7868-44AD-9AF2-753E07BE78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14520" y="3400925"/>
            <a:ext cx="2806280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3" name="Marcador de texto 14">
            <a:extLst>
              <a:ext uri="{FF2B5EF4-FFF2-40B4-BE49-F238E27FC236}">
                <a16:creationId xmlns:a16="http://schemas.microsoft.com/office/drawing/2014/main" id="{8A9FE9C2-0801-4D41-A54B-E00BC7AB7C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4520" y="3749098"/>
            <a:ext cx="2806280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4" name="Marcador de texto 14">
            <a:extLst>
              <a:ext uri="{FF2B5EF4-FFF2-40B4-BE49-F238E27FC236}">
                <a16:creationId xmlns:a16="http://schemas.microsoft.com/office/drawing/2014/main" id="{632FBCC2-2CDB-448A-AA61-8D99495226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3529" y="3400925"/>
            <a:ext cx="2692240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6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5" name="Marcador de texto 14">
            <a:extLst>
              <a:ext uri="{FF2B5EF4-FFF2-40B4-BE49-F238E27FC236}">
                <a16:creationId xmlns:a16="http://schemas.microsoft.com/office/drawing/2014/main" id="{7F6A4D9D-1690-4C0A-9F62-1FE93C0145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3529" y="3749098"/>
            <a:ext cx="2692240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0" name="Marcador de pie de página 15">
            <a:extLst>
              <a:ext uri="{FF2B5EF4-FFF2-40B4-BE49-F238E27FC236}">
                <a16:creationId xmlns:a16="http://schemas.microsoft.com/office/drawing/2014/main" id="{48863DDD-C3CC-439D-B738-34F6E8960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1" name="Marcador de número de diapositiva 16">
            <a:extLst>
              <a:ext uri="{FF2B5EF4-FFF2-40B4-BE49-F238E27FC236}">
                <a16:creationId xmlns:a16="http://schemas.microsoft.com/office/drawing/2014/main" id="{A4788388-29C8-4E9F-BF82-A1648088A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2" name="Marcador de fecha 14">
            <a:extLst>
              <a:ext uri="{FF2B5EF4-FFF2-40B4-BE49-F238E27FC236}">
                <a16:creationId xmlns:a16="http://schemas.microsoft.com/office/drawing/2014/main" id="{5E6E1CB5-0E5F-4B44-8044-4010565FCF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385285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ión general sobre oportunidades comerci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E96CB8F-A88F-40C3-A65B-8C33A16A0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1086E70-8E77-436D-93CE-4BCD3EC94B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799" y="1380501"/>
            <a:ext cx="5097428" cy="991689"/>
          </a:xfrm>
          <a:prstGeom prst="rect">
            <a:avLst/>
          </a:prstGeom>
        </p:spPr>
        <p:txBody>
          <a:bodyPr rtlCol="0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0" name="Marcador de texto 10">
            <a:extLst>
              <a:ext uri="{FF2B5EF4-FFF2-40B4-BE49-F238E27FC236}">
                <a16:creationId xmlns:a16="http://schemas.microsoft.com/office/drawing/2014/main" id="{C95B0D27-123C-4F09-AEDC-7874964B77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2337" y="3400981"/>
            <a:ext cx="2693128" cy="991689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lang="es-ES" sz="5400" b="1" kern="0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13" name="Marcador de texto 14">
            <a:extLst>
              <a:ext uri="{FF2B5EF4-FFF2-40B4-BE49-F238E27FC236}">
                <a16:creationId xmlns:a16="http://schemas.microsoft.com/office/drawing/2014/main" id="{F3772143-8573-4FED-977E-651FC59C168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2336" y="4670980"/>
            <a:ext cx="2693129" cy="1151633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Agregue texto aquí</a:t>
            </a:r>
          </a:p>
        </p:txBody>
      </p:sp>
      <p:sp>
        <p:nvSpPr>
          <p:cNvPr id="25" name="Marcador de texto 10">
            <a:extLst>
              <a:ext uri="{FF2B5EF4-FFF2-40B4-BE49-F238E27FC236}">
                <a16:creationId xmlns:a16="http://schemas.microsoft.com/office/drawing/2014/main" id="{4FD80858-A8CA-496F-8CC0-5ACDBE65112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87933" y="3400981"/>
            <a:ext cx="2693128" cy="991689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lang="es-ES" sz="5400" b="1" kern="0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3" name="Marcador de texto 14">
            <a:extLst>
              <a:ext uri="{FF2B5EF4-FFF2-40B4-BE49-F238E27FC236}">
                <a16:creationId xmlns:a16="http://schemas.microsoft.com/office/drawing/2014/main" id="{2B840B1F-9319-4653-84C5-FF1FDC5E9D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587931" y="4670980"/>
            <a:ext cx="2693129" cy="1151633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Agregue texto aquí</a:t>
            </a:r>
          </a:p>
        </p:txBody>
      </p:sp>
      <p:sp>
        <p:nvSpPr>
          <p:cNvPr id="27" name="Marcador de texto 10">
            <a:extLst>
              <a:ext uri="{FF2B5EF4-FFF2-40B4-BE49-F238E27FC236}">
                <a16:creationId xmlns:a16="http://schemas.microsoft.com/office/drawing/2014/main" id="{0882E4D8-D2AA-4EA0-BBCE-50334E8D16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83530" y="3400981"/>
            <a:ext cx="2693128" cy="991689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lang="es-ES" sz="5400" b="1" kern="0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6" name="Marcador de texto 14">
            <a:extLst>
              <a:ext uri="{FF2B5EF4-FFF2-40B4-BE49-F238E27FC236}">
                <a16:creationId xmlns:a16="http://schemas.microsoft.com/office/drawing/2014/main" id="{97EFBCD4-F812-493F-895A-3449020A065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83528" y="4670980"/>
            <a:ext cx="2693129" cy="1151633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50000"/>
              </a:lnSpc>
              <a:spcBef>
                <a:spcPts val="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Agregue texto aquí</a:t>
            </a:r>
          </a:p>
        </p:txBody>
      </p:sp>
      <p:sp>
        <p:nvSpPr>
          <p:cNvPr id="20" name="Marcador de pie de página 15">
            <a:extLst>
              <a:ext uri="{FF2B5EF4-FFF2-40B4-BE49-F238E27FC236}">
                <a16:creationId xmlns:a16="http://schemas.microsoft.com/office/drawing/2014/main" id="{698D43C2-06AB-4549-BCD0-CBDCA06532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1" name="Marcador de número de diapositiva 16">
            <a:extLst>
              <a:ext uri="{FF2B5EF4-FFF2-40B4-BE49-F238E27FC236}">
                <a16:creationId xmlns:a16="http://schemas.microsoft.com/office/drawing/2014/main" id="{7B2AB1D3-DFF0-43A8-BDE0-52FB314E0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2" name="Marcador de fecha 14">
            <a:extLst>
              <a:ext uri="{FF2B5EF4-FFF2-40B4-BE49-F238E27FC236}">
                <a16:creationId xmlns:a16="http://schemas.microsoft.com/office/drawing/2014/main" id="{28A81ABF-135E-483F-9992-6F79C2F55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3078761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de oportunidades comerci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ráfico 36">
            <a:extLst>
              <a:ext uri="{FF2B5EF4-FFF2-40B4-BE49-F238E27FC236}">
                <a16:creationId xmlns:a16="http://schemas.microsoft.com/office/drawing/2014/main" id="{133E6176-F4F6-41F9-8F2A-BA6586E16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48AC667-531B-4E40-98C6-B36847DE06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799" y="1377876"/>
            <a:ext cx="5097428" cy="918377"/>
          </a:xfrm>
          <a:prstGeom prst="rect">
            <a:avLst/>
          </a:prstGeom>
        </p:spPr>
        <p:txBody>
          <a:bodyPr rtlCol="0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5" name="Marcador de texto 10">
            <a:extLst>
              <a:ext uri="{FF2B5EF4-FFF2-40B4-BE49-F238E27FC236}">
                <a16:creationId xmlns:a16="http://schemas.microsoft.com/office/drawing/2014/main" id="{42930722-7AFE-41FC-8830-E2075CE783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35012" y="2724048"/>
            <a:ext cx="1786461" cy="1072345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buNone/>
              <a:defRPr lang="es-ES" sz="54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texto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4FD0E59A-1834-4F86-8ED3-1EBC643224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67209" y="2930881"/>
            <a:ext cx="3639904" cy="387746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27" name="Marcador de texto 14">
            <a:extLst>
              <a:ext uri="{FF2B5EF4-FFF2-40B4-BE49-F238E27FC236}">
                <a16:creationId xmlns:a16="http://schemas.microsoft.com/office/drawing/2014/main" id="{7084F479-66F8-4110-96A2-F3A27ED1C20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67209" y="3282057"/>
            <a:ext cx="3639904" cy="481781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4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28" name="Marcador de texto 10">
            <a:extLst>
              <a:ext uri="{FF2B5EF4-FFF2-40B4-BE49-F238E27FC236}">
                <a16:creationId xmlns:a16="http://schemas.microsoft.com/office/drawing/2014/main" id="{DD083869-3E3D-40A3-AE1C-3384E7096A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35012" y="3882118"/>
            <a:ext cx="1786461" cy="1072345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buNone/>
              <a:defRPr lang="es-ES" sz="54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texto</a:t>
            </a:r>
          </a:p>
        </p:txBody>
      </p:sp>
      <p:sp>
        <p:nvSpPr>
          <p:cNvPr id="29" name="Marcador de texto 14">
            <a:extLst>
              <a:ext uri="{FF2B5EF4-FFF2-40B4-BE49-F238E27FC236}">
                <a16:creationId xmlns:a16="http://schemas.microsoft.com/office/drawing/2014/main" id="{ECD259C4-54A9-4BCA-A693-5A8F91D824A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67209" y="4097257"/>
            <a:ext cx="3639905" cy="387746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30" name="Marcador de texto 14">
            <a:extLst>
              <a:ext uri="{FF2B5EF4-FFF2-40B4-BE49-F238E27FC236}">
                <a16:creationId xmlns:a16="http://schemas.microsoft.com/office/drawing/2014/main" id="{3099E6DD-0A81-4AD6-97AD-DB777418E5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67209" y="4448433"/>
            <a:ext cx="3639905" cy="481781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4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31" name="Marcador de texto 10">
            <a:extLst>
              <a:ext uri="{FF2B5EF4-FFF2-40B4-BE49-F238E27FC236}">
                <a16:creationId xmlns:a16="http://schemas.microsoft.com/office/drawing/2014/main" id="{01E19938-3E97-4D01-9075-1BB1AF8DDF0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35012" y="5046627"/>
            <a:ext cx="1786461" cy="1072345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buNone/>
              <a:defRPr lang="es-ES" sz="54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texto</a:t>
            </a:r>
          </a:p>
        </p:txBody>
      </p:sp>
      <p:sp>
        <p:nvSpPr>
          <p:cNvPr id="32" name="Marcador de texto 14">
            <a:extLst>
              <a:ext uri="{FF2B5EF4-FFF2-40B4-BE49-F238E27FC236}">
                <a16:creationId xmlns:a16="http://schemas.microsoft.com/office/drawing/2014/main" id="{FA19E736-C7E5-448A-AC90-0EB1D902C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8730" y="5267189"/>
            <a:ext cx="3639905" cy="387746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33" name="Marcador de texto 14">
            <a:extLst>
              <a:ext uri="{FF2B5EF4-FFF2-40B4-BE49-F238E27FC236}">
                <a16:creationId xmlns:a16="http://schemas.microsoft.com/office/drawing/2014/main" id="{4C139082-0147-4871-8F86-8D4DFC57E88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8730" y="5618365"/>
            <a:ext cx="3639905" cy="481781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4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21" name="Marcador de pie de página 15">
            <a:extLst>
              <a:ext uri="{FF2B5EF4-FFF2-40B4-BE49-F238E27FC236}">
                <a16:creationId xmlns:a16="http://schemas.microsoft.com/office/drawing/2014/main" id="{97BCF052-161B-4AD4-AE2D-DED3FA964C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2" name="Marcador de número de diapositiva 16">
            <a:extLst>
              <a:ext uri="{FF2B5EF4-FFF2-40B4-BE49-F238E27FC236}">
                <a16:creationId xmlns:a16="http://schemas.microsoft.com/office/drawing/2014/main" id="{E388F47C-0B7F-4C1B-B356-52A1CB56DD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3" name="Marcador de fecha 14">
            <a:extLst>
              <a:ext uri="{FF2B5EF4-FFF2-40B4-BE49-F238E27FC236}">
                <a16:creationId xmlns:a16="http://schemas.microsoft.com/office/drawing/2014/main" id="{4654010E-C1FB-4195-AD8B-03A8DAE012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608075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estra competenc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84044BB2-E43C-47D4-AA71-04F22AA35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C0F929B-B0E5-4A66-B6D7-462C68EF7A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4082" y="2232234"/>
            <a:ext cx="7323836" cy="743753"/>
          </a:xfrm>
          <a:prstGeom prst="rect">
            <a:avLst/>
          </a:prstGeom>
        </p:spPr>
        <p:txBody>
          <a:bodyPr rtlCol="0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24" name="Marcador de texto 14">
            <a:extLst>
              <a:ext uri="{FF2B5EF4-FFF2-40B4-BE49-F238E27FC236}">
                <a16:creationId xmlns:a16="http://schemas.microsoft.com/office/drawing/2014/main" id="{04A0468C-03A1-433C-BEB5-89CD0787AB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9369" y="3317783"/>
            <a:ext cx="4172533" cy="274650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25" name="Marcador de texto 14">
            <a:extLst>
              <a:ext uri="{FF2B5EF4-FFF2-40B4-BE49-F238E27FC236}">
                <a16:creationId xmlns:a16="http://schemas.microsoft.com/office/drawing/2014/main" id="{1345DEAC-8D5A-44A0-9EA3-9A2039ADD0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69369" y="3651424"/>
            <a:ext cx="4172533" cy="2329657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accent6"/>
              </a:buClr>
              <a:buFont typeface="Courier New" panose="02070309020205020404" pitchFamily="49" charset="0"/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Agregue texto aquí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D2839B01-8B79-4655-BADE-8F0A935193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72448" y="3317783"/>
            <a:ext cx="4172533" cy="274650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27" name="Marcador de texto 14">
            <a:extLst>
              <a:ext uri="{FF2B5EF4-FFF2-40B4-BE49-F238E27FC236}">
                <a16:creationId xmlns:a16="http://schemas.microsoft.com/office/drawing/2014/main" id="{D0AFF7FE-E069-4C57-9F9F-909B7FE43E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72448" y="3651424"/>
            <a:ext cx="4172533" cy="2329657"/>
          </a:xfrm>
          <a:prstGeom prst="rect">
            <a:avLst/>
          </a:prstGeom>
        </p:spPr>
        <p:txBody>
          <a:bodyPr rtlCol="0"/>
          <a:lstStyle>
            <a:lvl1pPr marL="0" indent="0" algn="l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>
                <a:schemeClr val="accent6"/>
              </a:buClr>
              <a:buFont typeface="Courier New" panose="02070309020205020404" pitchFamily="49" charset="0"/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Agregue texto aquí</a:t>
            </a:r>
          </a:p>
        </p:txBody>
      </p:sp>
      <p:sp>
        <p:nvSpPr>
          <p:cNvPr id="21" name="Marcador de pie de página 15">
            <a:extLst>
              <a:ext uri="{FF2B5EF4-FFF2-40B4-BE49-F238E27FC236}">
                <a16:creationId xmlns:a16="http://schemas.microsoft.com/office/drawing/2014/main" id="{95A4BAFB-A1C5-4E01-9E16-ED02AADB1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2" name="Marcador de número de diapositiva 16">
            <a:extLst>
              <a:ext uri="{FF2B5EF4-FFF2-40B4-BE49-F238E27FC236}">
                <a16:creationId xmlns:a16="http://schemas.microsoft.com/office/drawing/2014/main" id="{D2409207-E360-4301-9134-4DA109683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3" name="Marcador de fecha 14">
            <a:extLst>
              <a:ext uri="{FF2B5EF4-FFF2-40B4-BE49-F238E27FC236}">
                <a16:creationId xmlns:a16="http://schemas.microsoft.com/office/drawing/2014/main" id="{F78AA50C-2DC6-46C5-B2CE-FB29A305F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3272142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estra competencia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9172C710-E0AE-4BB2-88CC-99E77C188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4C9529-8AA8-4D29-9375-C579768868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107" y="501519"/>
            <a:ext cx="10515600" cy="492025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32" name="Marcador de texto 14">
            <a:extLst>
              <a:ext uri="{FF2B5EF4-FFF2-40B4-BE49-F238E27FC236}">
                <a16:creationId xmlns:a16="http://schemas.microsoft.com/office/drawing/2014/main" id="{68E86424-D329-4314-90E5-3475B98D2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27206" y="1599947"/>
            <a:ext cx="1706965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0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40" name="Marcador de texto 14">
            <a:extLst>
              <a:ext uri="{FF2B5EF4-FFF2-40B4-BE49-F238E27FC236}">
                <a16:creationId xmlns:a16="http://schemas.microsoft.com/office/drawing/2014/main" id="{64DB45FF-E618-4122-91A4-A6E4F2B7FC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23421" y="2378452"/>
            <a:ext cx="1183179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800" b="1" cap="all" spc="200" baseline="0">
                <a:solidFill>
                  <a:schemeClr val="accent3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54" name="Marcador de texto 14">
            <a:extLst>
              <a:ext uri="{FF2B5EF4-FFF2-40B4-BE49-F238E27FC236}">
                <a16:creationId xmlns:a16="http://schemas.microsoft.com/office/drawing/2014/main" id="{9D03616C-C870-402E-9CD2-D61A8C881CE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586" y="2129182"/>
            <a:ext cx="1706965" cy="104857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600" b="1" cap="all" spc="2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49" name="Marcador de texto 14">
            <a:extLst>
              <a:ext uri="{FF2B5EF4-FFF2-40B4-BE49-F238E27FC236}">
                <a16:creationId xmlns:a16="http://schemas.microsoft.com/office/drawing/2014/main" id="{1EFBBB7D-BA85-47E3-B62F-AA1F2F44FB5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34399" y="3528829"/>
            <a:ext cx="1209143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0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38" name="Marcador de texto 14">
            <a:extLst>
              <a:ext uri="{FF2B5EF4-FFF2-40B4-BE49-F238E27FC236}">
                <a16:creationId xmlns:a16="http://schemas.microsoft.com/office/drawing/2014/main" id="{956FCC53-780F-4831-91B6-1F8A24502C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31018" y="3528829"/>
            <a:ext cx="1380681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0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44" name="Marcador de texto 14">
            <a:extLst>
              <a:ext uri="{FF2B5EF4-FFF2-40B4-BE49-F238E27FC236}">
                <a16:creationId xmlns:a16="http://schemas.microsoft.com/office/drawing/2014/main" id="{5A939BCA-4047-481F-B0C2-85F9AFDDFA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22436" y="4634331"/>
            <a:ext cx="1183179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800" b="1" cap="all" spc="2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42" name="Marcador de texto 14">
            <a:extLst>
              <a:ext uri="{FF2B5EF4-FFF2-40B4-BE49-F238E27FC236}">
                <a16:creationId xmlns:a16="http://schemas.microsoft.com/office/drawing/2014/main" id="{EEACD572-F95D-4ABE-9CC6-03D3CAF89E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59913" y="4459860"/>
            <a:ext cx="1183179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800" b="1" cap="all" spc="200" baseline="0">
                <a:solidFill>
                  <a:schemeClr val="accent5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46" name="Marcador de texto 14">
            <a:extLst>
              <a:ext uri="{FF2B5EF4-FFF2-40B4-BE49-F238E27FC236}">
                <a16:creationId xmlns:a16="http://schemas.microsoft.com/office/drawing/2014/main" id="{F21A51C9-DB80-45BF-8C5D-A0236927289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37403" y="4321788"/>
            <a:ext cx="1183179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800" b="1" cap="all" spc="200" baseline="0">
                <a:solidFill>
                  <a:schemeClr val="accent6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34" name="Marcador de texto 14">
            <a:extLst>
              <a:ext uri="{FF2B5EF4-FFF2-40B4-BE49-F238E27FC236}">
                <a16:creationId xmlns:a16="http://schemas.microsoft.com/office/drawing/2014/main" id="{AAF01185-D17F-4327-A264-7BA944344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27206" y="5468790"/>
            <a:ext cx="1706965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0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Hacer clic para agregar el nombre</a:t>
            </a:r>
          </a:p>
        </p:txBody>
      </p:sp>
      <p:sp>
        <p:nvSpPr>
          <p:cNvPr id="48" name="Marcador de texto 14">
            <a:extLst>
              <a:ext uri="{FF2B5EF4-FFF2-40B4-BE49-F238E27FC236}">
                <a16:creationId xmlns:a16="http://schemas.microsoft.com/office/drawing/2014/main" id="{0F026DA0-6868-4098-AA73-18F8CB27509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86546" y="5195673"/>
            <a:ext cx="1183179" cy="49202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800" b="1" cap="all" spc="200" baseline="0">
                <a:solidFill>
                  <a:schemeClr val="bg1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C6886378-0368-485F-8D6E-3C9CB4C63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447369" y="3774842"/>
            <a:ext cx="468364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58EB2C4E-9EF3-4CC7-9BDE-ED5598CCB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4780689" y="2091972"/>
            <a:ext cx="4678" cy="3376818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Marcador de pie de página 15">
            <a:extLst>
              <a:ext uri="{FF2B5EF4-FFF2-40B4-BE49-F238E27FC236}">
                <a16:creationId xmlns:a16="http://schemas.microsoft.com/office/drawing/2014/main" id="{95A4BAFB-A1C5-4E01-9E16-ED02AADB1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22" name="Marcador de número de diapositiva 16">
            <a:extLst>
              <a:ext uri="{FF2B5EF4-FFF2-40B4-BE49-F238E27FC236}">
                <a16:creationId xmlns:a16="http://schemas.microsoft.com/office/drawing/2014/main" id="{D2409207-E360-4301-9134-4DA109683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23" name="Marcador de fecha 14">
            <a:extLst>
              <a:ext uri="{FF2B5EF4-FFF2-40B4-BE49-F238E27FC236}">
                <a16:creationId xmlns:a16="http://schemas.microsoft.com/office/drawing/2014/main" id="{F78AA50C-2DC6-46C5-B2CE-FB29A305F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27945453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trategia de cr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>
            <a:extLst>
              <a:ext uri="{FF2B5EF4-FFF2-40B4-BE49-F238E27FC236}">
                <a16:creationId xmlns:a16="http://schemas.microsoft.com/office/drawing/2014/main" id="{FEDCC43F-6D79-4D9A-A842-74287B40D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3371"/>
            <a:ext cx="12192000" cy="6858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A8255D77-6260-4F8F-86E3-D0AAF36FA4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94345" y="1158710"/>
            <a:ext cx="5611660" cy="677782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8" name="Marcador de texto 14">
            <a:extLst>
              <a:ext uri="{FF2B5EF4-FFF2-40B4-BE49-F238E27FC236}">
                <a16:creationId xmlns:a16="http://schemas.microsoft.com/office/drawing/2014/main" id="{5C91A828-665B-4FC2-950E-370DF47348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19730" y="1836492"/>
            <a:ext cx="5152539" cy="71845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10" name="Marcador de texto 14">
            <a:extLst>
              <a:ext uri="{FF2B5EF4-FFF2-40B4-BE49-F238E27FC236}">
                <a16:creationId xmlns:a16="http://schemas.microsoft.com/office/drawing/2014/main" id="{0BE18AA7-27E7-4763-A428-079E43A450D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33290" y="3262556"/>
            <a:ext cx="1706965" cy="104857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6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17" name="Marcador de texto 14">
            <a:extLst>
              <a:ext uri="{FF2B5EF4-FFF2-40B4-BE49-F238E27FC236}">
                <a16:creationId xmlns:a16="http://schemas.microsoft.com/office/drawing/2014/main" id="{6ED488B3-3B38-4DE8-8789-E9C406DB652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53332" y="3262556"/>
            <a:ext cx="1706965" cy="104857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6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19" name="Marcador de texto 14">
            <a:extLst>
              <a:ext uri="{FF2B5EF4-FFF2-40B4-BE49-F238E27FC236}">
                <a16:creationId xmlns:a16="http://schemas.microsoft.com/office/drawing/2014/main" id="{5717E8AA-E5DC-43D1-BED9-1A8F554EB61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97008" y="3262556"/>
            <a:ext cx="1706965" cy="1048575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buNone/>
              <a:defRPr lang="es-ES" sz="16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nombre</a:t>
            </a:r>
          </a:p>
        </p:txBody>
      </p:sp>
      <p:sp>
        <p:nvSpPr>
          <p:cNvPr id="20" name="Marcador de texto 14">
            <a:extLst>
              <a:ext uri="{FF2B5EF4-FFF2-40B4-BE49-F238E27FC236}">
                <a16:creationId xmlns:a16="http://schemas.microsoft.com/office/drawing/2014/main" id="{83A9D178-AD0E-4E87-97B3-88B79A533B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62028" y="4704557"/>
            <a:ext cx="2431015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1" name="Marcador de texto 14">
            <a:extLst>
              <a:ext uri="{FF2B5EF4-FFF2-40B4-BE49-F238E27FC236}">
                <a16:creationId xmlns:a16="http://schemas.microsoft.com/office/drawing/2014/main" id="{BF8B39EE-8EB7-4880-A9FE-9F98D2398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91306" y="4704558"/>
            <a:ext cx="2431015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22" name="Marcador de texto 14">
            <a:extLst>
              <a:ext uri="{FF2B5EF4-FFF2-40B4-BE49-F238E27FC236}">
                <a16:creationId xmlns:a16="http://schemas.microsoft.com/office/drawing/2014/main" id="{C74686F1-FD3B-4529-9DBC-C6E34312C5C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834982" y="4704557"/>
            <a:ext cx="2431015" cy="114894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0A8B5FF2-6B96-4FE7-A6ED-0C89D74FAD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B8BB57A8-7823-42A3-BA84-96690BFFD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902A41BF-FE61-48B9-A0B1-94AAB15381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858706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va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ráfico 35">
            <a:extLst>
              <a:ext uri="{FF2B5EF4-FFF2-40B4-BE49-F238E27FC236}">
                <a16:creationId xmlns:a16="http://schemas.microsoft.com/office/drawing/2014/main" id="{41C2529C-151F-488B-A358-D60A3D5521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3371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3E2EB21-CF4E-4578-820A-EACF488B17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6975" y="1144939"/>
            <a:ext cx="5473874" cy="687833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0" name="Marcador de texto 14">
            <a:extLst>
              <a:ext uri="{FF2B5EF4-FFF2-40B4-BE49-F238E27FC236}">
                <a16:creationId xmlns:a16="http://schemas.microsoft.com/office/drawing/2014/main" id="{7F450FCB-3FE4-489F-A4BA-4BF492C226C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19730" y="1836492"/>
            <a:ext cx="5152539" cy="71845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800" cap="none" spc="20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subtítulo</a:t>
            </a:r>
          </a:p>
        </p:txBody>
      </p:sp>
      <p:sp>
        <p:nvSpPr>
          <p:cNvPr id="39" name="Marcador de texto 10">
            <a:extLst>
              <a:ext uri="{FF2B5EF4-FFF2-40B4-BE49-F238E27FC236}">
                <a16:creationId xmlns:a16="http://schemas.microsoft.com/office/drawing/2014/main" id="{EB6054A1-FB6D-4599-BAA9-5A51A0FA8C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3991" y="2822318"/>
            <a:ext cx="3574251" cy="448769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054896-ABA6-49DF-9D5D-B2E6224DD442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866775" y="3333750"/>
            <a:ext cx="4352925" cy="2636837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1pPr>
            <a:lvl2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2pPr>
            <a:lvl3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3pPr>
            <a:lvl4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4pPr>
            <a:lvl5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40" name="Marcador de texto 10">
            <a:extLst>
              <a:ext uri="{FF2B5EF4-FFF2-40B4-BE49-F238E27FC236}">
                <a16:creationId xmlns:a16="http://schemas.microsoft.com/office/drawing/2014/main" id="{5E9FFDEA-766B-48BC-B5E5-F06563BF4DE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9875" y="2829932"/>
            <a:ext cx="3574251" cy="448769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lang="es-ES" sz="1600" b="1" cap="none" spc="2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067B5EA1-9C03-415F-A792-0E81289DB3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258AB827-653F-449B-8FE9-EC1E4F1C1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045230A5-30E4-4168-93C9-124C889B6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  <p:sp>
        <p:nvSpPr>
          <p:cNvPr id="34" name="Marcador de contenido 3">
            <a:extLst>
              <a:ext uri="{FF2B5EF4-FFF2-40B4-BE49-F238E27FC236}">
                <a16:creationId xmlns:a16="http://schemas.microsoft.com/office/drawing/2014/main" id="{C1979EE6-6944-48F0-87CE-65E90A3ACC7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33647" y="3333750"/>
            <a:ext cx="4352925" cy="2636837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1pPr>
            <a:lvl2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2pPr>
            <a:lvl3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3pPr>
            <a:lvl4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4pPr>
            <a:lvl5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422514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n de acción de dos añ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ráfico 119">
            <a:extLst>
              <a:ext uri="{FF2B5EF4-FFF2-40B4-BE49-F238E27FC236}">
                <a16:creationId xmlns:a16="http://schemas.microsoft.com/office/drawing/2014/main" id="{0D59F18F-5BD3-4E80-A69E-6D92DA9BB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0" name="Grupo 99">
            <a:extLst>
              <a:ext uri="{FF2B5EF4-FFF2-40B4-BE49-F238E27FC236}">
                <a16:creationId xmlns:a16="http://schemas.microsoft.com/office/drawing/2014/main" id="{79CFC79B-A403-4086-AB1A-E4F1F5AC3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10137" y="2689356"/>
            <a:ext cx="8510121" cy="0"/>
            <a:chOff x="1504814" y="2488864"/>
            <a:chExt cx="8510121" cy="0"/>
          </a:xfrm>
        </p:grpSpPr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3993C126-30E8-42C9-97ED-B7968CE61D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710C08B4-5A67-4383-9733-CF6DCA952D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9736A6D3-72B8-4ADD-83D7-F905F1EB82F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7C048AE4-D798-4F1B-874C-F9044ECC8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224A7533-05E8-464C-81E3-83136E632A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714E820A-336F-43A8-AB0D-875A28FB90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recto 90">
              <a:extLst>
                <a:ext uri="{FF2B5EF4-FFF2-40B4-BE49-F238E27FC236}">
                  <a16:creationId xmlns:a16="http://schemas.microsoft.com/office/drawing/2014/main" id="{6D557188-FB50-4CF1-85AD-28747D97DC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1AF23435-A9FF-4958-AAD2-BC57F32090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3B538E04-AA2E-459F-8D6B-7272BF9117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379A5921-876C-47AA-BF02-FADD423D79B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>
              <a:extLst>
                <a:ext uri="{FF2B5EF4-FFF2-40B4-BE49-F238E27FC236}">
                  <a16:creationId xmlns:a16="http://schemas.microsoft.com/office/drawing/2014/main" id="{9B30A0A8-B885-4ACC-A172-7A4408F0C0B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F3B7C7B2-16AE-4434-A8AD-0977BCB945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1698" y="512299"/>
            <a:ext cx="10515600" cy="727388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21" name="Marcador de texto 14">
            <a:extLst>
              <a:ext uri="{FF2B5EF4-FFF2-40B4-BE49-F238E27FC236}">
                <a16:creationId xmlns:a16="http://schemas.microsoft.com/office/drawing/2014/main" id="{53B0593C-E961-4FCF-8FFD-E10C0FD17BB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92423" y="1780403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2" name="Marcador de texto 14">
            <a:extLst>
              <a:ext uri="{FF2B5EF4-FFF2-40B4-BE49-F238E27FC236}">
                <a16:creationId xmlns:a16="http://schemas.microsoft.com/office/drawing/2014/main" id="{82A98F85-0B8A-4F76-813C-C9E7A0AD880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60668" y="1780403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3" name="Marcador de texto 14">
            <a:extLst>
              <a:ext uri="{FF2B5EF4-FFF2-40B4-BE49-F238E27FC236}">
                <a16:creationId xmlns:a16="http://schemas.microsoft.com/office/drawing/2014/main" id="{0E645547-1191-4919-804B-D1DC905F368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07743" y="1780403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13" name="Marcador de texto 14">
            <a:extLst>
              <a:ext uri="{FF2B5EF4-FFF2-40B4-BE49-F238E27FC236}">
                <a16:creationId xmlns:a16="http://schemas.microsoft.com/office/drawing/2014/main" id="{70437561-3145-4AA5-B5BF-FC2748828C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322" y="2436036"/>
            <a:ext cx="1194201" cy="501726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lang="es-ES" sz="18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año</a:t>
            </a:r>
          </a:p>
        </p:txBody>
      </p:sp>
      <p:sp>
        <p:nvSpPr>
          <p:cNvPr id="42" name="Marcador de texto 14">
            <a:extLst>
              <a:ext uri="{FF2B5EF4-FFF2-40B4-BE49-F238E27FC236}">
                <a16:creationId xmlns:a16="http://schemas.microsoft.com/office/drawing/2014/main" id="{25924F20-2A98-40F8-8A1C-BF4BCDC2E9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7540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3" name="Marcador de texto 14">
            <a:extLst>
              <a:ext uri="{FF2B5EF4-FFF2-40B4-BE49-F238E27FC236}">
                <a16:creationId xmlns:a16="http://schemas.microsoft.com/office/drawing/2014/main" id="{DFA884F6-1E9E-4CB8-B4C3-3699E85DC2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464817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4" name="Marcador de texto 14">
            <a:extLst>
              <a:ext uri="{FF2B5EF4-FFF2-40B4-BE49-F238E27FC236}">
                <a16:creationId xmlns:a16="http://schemas.microsoft.com/office/drawing/2014/main" id="{7C52539B-C569-4941-87E7-C3EFCFA1B4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423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5" name="Marcador de texto 14">
            <a:extLst>
              <a:ext uri="{FF2B5EF4-FFF2-40B4-BE49-F238E27FC236}">
                <a16:creationId xmlns:a16="http://schemas.microsoft.com/office/drawing/2014/main" id="{9B18D372-BEFC-4475-B0A5-A798E6CFD62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43647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6" name="Marcador de texto 14">
            <a:extLst>
              <a:ext uri="{FF2B5EF4-FFF2-40B4-BE49-F238E27FC236}">
                <a16:creationId xmlns:a16="http://schemas.microsoft.com/office/drawing/2014/main" id="{19FE16DC-63F2-4A3D-A743-C8480AE391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3306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7" name="Marcador de texto 14">
            <a:extLst>
              <a:ext uri="{FF2B5EF4-FFF2-40B4-BE49-F238E27FC236}">
                <a16:creationId xmlns:a16="http://schemas.microsoft.com/office/drawing/2014/main" id="{23422F26-58EB-43A7-A33C-2ADBC2320CF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22477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8" name="Marcador de texto 14">
            <a:extLst>
              <a:ext uri="{FF2B5EF4-FFF2-40B4-BE49-F238E27FC236}">
                <a16:creationId xmlns:a16="http://schemas.microsoft.com/office/drawing/2014/main" id="{D9B50A50-093B-4DCA-929F-AF8AB169A4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1189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9" name="Marcador de texto 14">
            <a:extLst>
              <a:ext uri="{FF2B5EF4-FFF2-40B4-BE49-F238E27FC236}">
                <a16:creationId xmlns:a16="http://schemas.microsoft.com/office/drawing/2014/main" id="{A60753DF-99A3-4BAF-AA47-4AD0BEAEAED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01307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50" name="Marcador de texto 14">
            <a:extLst>
              <a:ext uri="{FF2B5EF4-FFF2-40B4-BE49-F238E27FC236}">
                <a16:creationId xmlns:a16="http://schemas.microsoft.com/office/drawing/2014/main" id="{470DC77E-070B-46BC-B95C-A323D9EEC9D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9072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51" name="Marcador de texto 14">
            <a:extLst>
              <a:ext uri="{FF2B5EF4-FFF2-40B4-BE49-F238E27FC236}">
                <a16:creationId xmlns:a16="http://schemas.microsoft.com/office/drawing/2014/main" id="{E7D1C36D-258C-4B31-95BB-6C0127AEEA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80137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52" name="Marcador de texto 14">
            <a:extLst>
              <a:ext uri="{FF2B5EF4-FFF2-40B4-BE49-F238E27FC236}">
                <a16:creationId xmlns:a16="http://schemas.microsoft.com/office/drawing/2014/main" id="{214A7064-793B-4F30-9A33-42069EF604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569552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53" name="Marcador de texto 14">
            <a:extLst>
              <a:ext uri="{FF2B5EF4-FFF2-40B4-BE49-F238E27FC236}">
                <a16:creationId xmlns:a16="http://schemas.microsoft.com/office/drawing/2014/main" id="{5868F5A5-3ED0-4C78-A557-F4B94B123D9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58963" y="2774313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4" name="Marcador de texto 14">
            <a:extLst>
              <a:ext uri="{FF2B5EF4-FFF2-40B4-BE49-F238E27FC236}">
                <a16:creationId xmlns:a16="http://schemas.microsoft.com/office/drawing/2014/main" id="{A727AB6E-B8DB-4DE5-BF92-3EDCA58B0CD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92423" y="3563114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5" name="Marcador de texto 14">
            <a:extLst>
              <a:ext uri="{FF2B5EF4-FFF2-40B4-BE49-F238E27FC236}">
                <a16:creationId xmlns:a16="http://schemas.microsoft.com/office/drawing/2014/main" id="{9E6A60C5-3054-4500-AE04-5766330FED6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39498" y="3563114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b="1" cap="none" spc="0" baseline="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6" name="Marcador de texto 14">
            <a:extLst>
              <a:ext uri="{FF2B5EF4-FFF2-40B4-BE49-F238E27FC236}">
                <a16:creationId xmlns:a16="http://schemas.microsoft.com/office/drawing/2014/main" id="{3984C0A5-C9AE-4249-8578-A0909B41B45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886573" y="3563114"/>
            <a:ext cx="1440088" cy="586248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14" name="Marcador de texto 14">
            <a:extLst>
              <a:ext uri="{FF2B5EF4-FFF2-40B4-BE49-F238E27FC236}">
                <a16:creationId xmlns:a16="http://schemas.microsoft.com/office/drawing/2014/main" id="{4C9A8467-48EB-4C64-8A54-0526649B91A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05322" y="4134112"/>
            <a:ext cx="1194201" cy="501726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lang="es-ES" sz="1800" b="1" cap="none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año</a:t>
            </a:r>
          </a:p>
        </p:txBody>
      </p:sp>
      <p:sp>
        <p:nvSpPr>
          <p:cNvPr id="66" name="Marcador de texto 14">
            <a:extLst>
              <a:ext uri="{FF2B5EF4-FFF2-40B4-BE49-F238E27FC236}">
                <a16:creationId xmlns:a16="http://schemas.microsoft.com/office/drawing/2014/main" id="{11C267AB-B4C6-4059-B2A8-DCF715B29EC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67540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67" name="Marcador de texto 14">
            <a:extLst>
              <a:ext uri="{FF2B5EF4-FFF2-40B4-BE49-F238E27FC236}">
                <a16:creationId xmlns:a16="http://schemas.microsoft.com/office/drawing/2014/main" id="{3BF85ABF-DD16-49D4-9DD2-C35A92EAFE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464817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68" name="Marcador de texto 14">
            <a:extLst>
              <a:ext uri="{FF2B5EF4-FFF2-40B4-BE49-F238E27FC236}">
                <a16:creationId xmlns:a16="http://schemas.microsoft.com/office/drawing/2014/main" id="{997C6187-BB2F-413C-AC7B-BBAA249AFD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5423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69" name="Marcador de texto 14">
            <a:extLst>
              <a:ext uri="{FF2B5EF4-FFF2-40B4-BE49-F238E27FC236}">
                <a16:creationId xmlns:a16="http://schemas.microsoft.com/office/drawing/2014/main" id="{96C1DC7A-93B1-4894-AD2D-AC636AC3DAB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43647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0" name="Marcador de texto 14">
            <a:extLst>
              <a:ext uri="{FF2B5EF4-FFF2-40B4-BE49-F238E27FC236}">
                <a16:creationId xmlns:a16="http://schemas.microsoft.com/office/drawing/2014/main" id="{872C35DC-A640-4C27-A87F-380E7440F3F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3306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1" name="Marcador de texto 14">
            <a:extLst>
              <a:ext uri="{FF2B5EF4-FFF2-40B4-BE49-F238E27FC236}">
                <a16:creationId xmlns:a16="http://schemas.microsoft.com/office/drawing/2014/main" id="{02969206-EA35-4C29-B0EB-3FF5636A8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22477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2" name="Marcador de texto 14">
            <a:extLst>
              <a:ext uri="{FF2B5EF4-FFF2-40B4-BE49-F238E27FC236}">
                <a16:creationId xmlns:a16="http://schemas.microsoft.com/office/drawing/2014/main" id="{79B642F3-327B-4AF1-85D8-5BE8BA286A1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1189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3" name="Marcador de texto 14">
            <a:extLst>
              <a:ext uri="{FF2B5EF4-FFF2-40B4-BE49-F238E27FC236}">
                <a16:creationId xmlns:a16="http://schemas.microsoft.com/office/drawing/2014/main" id="{0D45BD78-6B19-4D6A-A164-2017ABC7836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01307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4" name="Marcador de texto 14">
            <a:extLst>
              <a:ext uri="{FF2B5EF4-FFF2-40B4-BE49-F238E27FC236}">
                <a16:creationId xmlns:a16="http://schemas.microsoft.com/office/drawing/2014/main" id="{494676D6-C880-49A1-B83E-2D632934D66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99072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5" name="Marcador de texto 14">
            <a:extLst>
              <a:ext uri="{FF2B5EF4-FFF2-40B4-BE49-F238E27FC236}">
                <a16:creationId xmlns:a16="http://schemas.microsoft.com/office/drawing/2014/main" id="{0C07048D-5DEB-4348-8A16-DB77BE49097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80137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6" name="Marcador de texto 14">
            <a:extLst>
              <a:ext uri="{FF2B5EF4-FFF2-40B4-BE49-F238E27FC236}">
                <a16:creationId xmlns:a16="http://schemas.microsoft.com/office/drawing/2014/main" id="{DCED3D6A-EF8C-4F42-B23B-30ED2C33EAB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69552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77" name="Marcador de texto 14">
            <a:extLst>
              <a:ext uri="{FF2B5EF4-FFF2-40B4-BE49-F238E27FC236}">
                <a16:creationId xmlns:a16="http://schemas.microsoft.com/office/drawing/2014/main" id="{E966B469-8508-4732-8A0A-58429BD0E7B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58963" y="4476140"/>
            <a:ext cx="495300" cy="904490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grpSp>
        <p:nvGrpSpPr>
          <p:cNvPr id="101" name="Grupo 100">
            <a:extLst>
              <a:ext uri="{FF2B5EF4-FFF2-40B4-BE49-F238E27FC236}">
                <a16:creationId xmlns:a16="http://schemas.microsoft.com/office/drawing/2014/main" id="{97A40874-7B89-4A5D-9562-21D6994C39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10137" y="4391183"/>
            <a:ext cx="8510121" cy="0"/>
            <a:chOff x="1504814" y="2488864"/>
            <a:chExt cx="8510121" cy="0"/>
          </a:xfrm>
        </p:grpSpPr>
        <p:cxnSp>
          <p:nvCxnSpPr>
            <p:cNvPr id="102" name="Conector recto 101">
              <a:extLst>
                <a:ext uri="{FF2B5EF4-FFF2-40B4-BE49-F238E27FC236}">
                  <a16:creationId xmlns:a16="http://schemas.microsoft.com/office/drawing/2014/main" id="{32860379-5BA3-4D4F-BAC0-C7783F7552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DF221EBE-F43A-48CE-8E3D-D0777E2424C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>
              <a:extLst>
                <a:ext uri="{FF2B5EF4-FFF2-40B4-BE49-F238E27FC236}">
                  <a16:creationId xmlns:a16="http://schemas.microsoft.com/office/drawing/2014/main" id="{C70DFAA8-4E1B-45F7-B640-2C00AAC6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>
              <a:extLst>
                <a:ext uri="{FF2B5EF4-FFF2-40B4-BE49-F238E27FC236}">
                  <a16:creationId xmlns:a16="http://schemas.microsoft.com/office/drawing/2014/main" id="{067A42DA-2625-4CA8-AEC6-2FBCF01A92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>
              <a:extLst>
                <a:ext uri="{FF2B5EF4-FFF2-40B4-BE49-F238E27FC236}">
                  <a16:creationId xmlns:a16="http://schemas.microsoft.com/office/drawing/2014/main" id="{89B3F7FF-9011-4E3D-9DA2-C144F9B7A5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>
              <a:extLst>
                <a:ext uri="{FF2B5EF4-FFF2-40B4-BE49-F238E27FC236}">
                  <a16:creationId xmlns:a16="http://schemas.microsoft.com/office/drawing/2014/main" id="{30EEA406-B4BE-4A22-9879-A86700556B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F5F5190B-A9FA-4925-81A3-8AF19F70933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>
              <a:extLst>
                <a:ext uri="{FF2B5EF4-FFF2-40B4-BE49-F238E27FC236}">
                  <a16:creationId xmlns:a16="http://schemas.microsoft.com/office/drawing/2014/main" id="{93F58E8B-B6D9-46C2-95B1-755AD7B028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>
              <a:extLst>
                <a:ext uri="{FF2B5EF4-FFF2-40B4-BE49-F238E27FC236}">
                  <a16:creationId xmlns:a16="http://schemas.microsoft.com/office/drawing/2014/main" id="{46BED819-4195-456A-8507-0CC09BDCFE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>
              <a:extLst>
                <a:ext uri="{FF2B5EF4-FFF2-40B4-BE49-F238E27FC236}">
                  <a16:creationId xmlns:a16="http://schemas.microsoft.com/office/drawing/2014/main" id="{23541D3E-8275-4522-81E7-C83B829D83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6CD34DF1-D500-4560-A303-92050A81120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47D7FFC8-D319-4F8D-9F95-39BB21C0EE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8DDD48EC-9DE8-4C43-881A-2597A1DDE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650B4D37-2FE8-4F27-8951-CF9D947DB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16915481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áfico 17">
            <a:extLst>
              <a:ext uri="{FF2B5EF4-FFF2-40B4-BE49-F238E27FC236}">
                <a16:creationId xmlns:a16="http://schemas.microsoft.com/office/drawing/2014/main" id="{0ADA1982-C216-4747-ACCC-39BC3F50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FCD2AA7-E8A5-43C8-A284-AB4951189D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949" y="527542"/>
            <a:ext cx="6922876" cy="687834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D681FF-F6BE-41D5-AE6C-B4110384B0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3738" y="1128713"/>
            <a:ext cx="7654925" cy="5068887"/>
          </a:xfrm>
          <a:prstGeom prst="rect">
            <a:avLst/>
          </a:prstGeom>
        </p:spPr>
        <p:txBody>
          <a:bodyPr rtlCol="0"/>
          <a:lstStyle>
            <a:lvl1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1pPr>
            <a:lvl2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2pPr>
            <a:lvl3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3pPr>
            <a:lvl4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4pPr>
            <a:lvl5pPr>
              <a:defRPr lang="es-ES">
                <a:solidFill>
                  <a:schemeClr val="bg1"/>
                </a:solidFill>
                <a:latin typeface="Calibri Light" panose="020F0302020204030204" pitchFamily="34" charset="0"/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  <a:endParaRPr lang="es-ES" noProof="0" dirty="0"/>
          </a:p>
        </p:txBody>
      </p: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A60E8AF0-85D7-4035-8301-57B3B4977F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481785BD-DC42-4BBE-8C62-BCE6F0EA47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E7886D57-8CCD-43A4-AA49-E96D2EE3E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1036791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ozca al equipo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6F8B9974-85ED-46AA-8617-AC54C847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1"/>
            <a:ext cx="12205220" cy="685800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B6F28C4-DD1C-4E63-87E8-D76D85414C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5858" y="2433312"/>
            <a:ext cx="1939480" cy="2115505"/>
          </a:xfrm>
          <a:prstGeom prst="rect">
            <a:avLst/>
          </a:prstGeom>
        </p:spPr>
        <p:txBody>
          <a:bodyPr rtlCol="0" anchor="ctr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4" name="Marcador de posición de imagen 9">
            <a:extLst>
              <a:ext uri="{FF2B5EF4-FFF2-40B4-BE49-F238E27FC236}">
                <a16:creationId xmlns:a16="http://schemas.microsoft.com/office/drawing/2014/main" id="{3987B23C-61B9-4A48-AD36-5E284812C44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88220" y="2599422"/>
            <a:ext cx="1502806" cy="1502805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4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CCBD4661-3D71-432B-9308-D2D085BDDDC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90425" y="2599420"/>
            <a:ext cx="1502806" cy="1502805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4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7" name="Marcador de posición de imagen 9">
            <a:extLst>
              <a:ext uri="{FF2B5EF4-FFF2-40B4-BE49-F238E27FC236}">
                <a16:creationId xmlns:a16="http://schemas.microsoft.com/office/drawing/2014/main" id="{F89712B5-4C74-4247-B444-43F116D582E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291629" y="2599420"/>
            <a:ext cx="1502806" cy="1502805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4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6" name="Marcador de posición de imagen 9">
            <a:extLst>
              <a:ext uri="{FF2B5EF4-FFF2-40B4-BE49-F238E27FC236}">
                <a16:creationId xmlns:a16="http://schemas.microsoft.com/office/drawing/2014/main" id="{33EE5A9D-21AC-4735-98D7-42551FA2C58E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387443" y="2599420"/>
            <a:ext cx="1502806" cy="1502805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4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5EDBA775-4308-4BDB-B966-8167F3D04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75041" y="2486242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8BDDB0B0-BDCD-459F-AF20-19E1A7217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77246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69A8E9D1-9673-42D1-A573-05CDC9EF8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178450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52F851C1-89A7-44A6-8617-10C435FCD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4264" y="2486240"/>
            <a:ext cx="1729165" cy="1729165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25" name="Marcador de texto 14">
            <a:extLst>
              <a:ext uri="{FF2B5EF4-FFF2-40B4-BE49-F238E27FC236}">
                <a16:creationId xmlns:a16="http://schemas.microsoft.com/office/drawing/2014/main" id="{11C9BE46-D000-4DE5-8AD9-6BFAD927A0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6727" y="4435583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26" name="Marcador de texto 14">
            <a:extLst>
              <a:ext uri="{FF2B5EF4-FFF2-40B4-BE49-F238E27FC236}">
                <a16:creationId xmlns:a16="http://schemas.microsoft.com/office/drawing/2014/main" id="{5773EC03-0830-4EAE-A7B0-38902833DC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96865" y="4661551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27" name="Marcador de texto 14">
            <a:extLst>
              <a:ext uri="{FF2B5EF4-FFF2-40B4-BE49-F238E27FC236}">
                <a16:creationId xmlns:a16="http://schemas.microsoft.com/office/drawing/2014/main" id="{32E4889E-0745-4713-90D8-432A681AFC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98932" y="4435583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28" name="Marcador de texto 14">
            <a:extLst>
              <a:ext uri="{FF2B5EF4-FFF2-40B4-BE49-F238E27FC236}">
                <a16:creationId xmlns:a16="http://schemas.microsoft.com/office/drawing/2014/main" id="{BFD869E7-29DA-4FEB-AB84-1C1FC3ABAE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99070" y="4661551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0" name="Marcador de texto 14">
            <a:extLst>
              <a:ext uri="{FF2B5EF4-FFF2-40B4-BE49-F238E27FC236}">
                <a16:creationId xmlns:a16="http://schemas.microsoft.com/office/drawing/2014/main" id="{9E68119B-CDCA-4341-8772-2C5BF80B4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00136" y="4435751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31" name="Marcador de texto 14">
            <a:extLst>
              <a:ext uri="{FF2B5EF4-FFF2-40B4-BE49-F238E27FC236}">
                <a16:creationId xmlns:a16="http://schemas.microsoft.com/office/drawing/2014/main" id="{303A31BF-223A-44A5-84FD-7281FF2E4C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0274" y="4661551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2" name="Marcador de texto 14">
            <a:extLst>
              <a:ext uri="{FF2B5EF4-FFF2-40B4-BE49-F238E27FC236}">
                <a16:creationId xmlns:a16="http://schemas.microsoft.com/office/drawing/2014/main" id="{666E1F4A-0D75-4B8E-A181-DBEB50FB1D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95950" y="4435583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33" name="Marcador de texto 14">
            <a:extLst>
              <a:ext uri="{FF2B5EF4-FFF2-40B4-BE49-F238E27FC236}">
                <a16:creationId xmlns:a16="http://schemas.microsoft.com/office/drawing/2014/main" id="{5EAE80D5-B799-4807-8F81-22C4218233D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96088" y="4661551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9" name="Marcador de pie de página 15">
            <a:extLst>
              <a:ext uri="{FF2B5EF4-FFF2-40B4-BE49-F238E27FC236}">
                <a16:creationId xmlns:a16="http://schemas.microsoft.com/office/drawing/2014/main" id="{6F4437FE-F08F-4311-B53A-88E2B729B7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40" name="Marcador de número de diapositiva 16">
            <a:extLst>
              <a:ext uri="{FF2B5EF4-FFF2-40B4-BE49-F238E27FC236}">
                <a16:creationId xmlns:a16="http://schemas.microsoft.com/office/drawing/2014/main" id="{D0901035-50AC-4DE0-9A34-AAA61EC10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41" name="Marcador de fecha 14">
            <a:extLst>
              <a:ext uri="{FF2B5EF4-FFF2-40B4-BE49-F238E27FC236}">
                <a16:creationId xmlns:a16="http://schemas.microsoft.com/office/drawing/2014/main" id="{5FDD3145-ADE2-4744-AF2E-9C8074C858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41914450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ozca al equipo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8A79A51B-CC7A-4B36-B457-AF3236388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1"/>
            <a:ext cx="12205220" cy="685800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E019BE9-6149-434A-B185-EE74341126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216" y="2375820"/>
            <a:ext cx="1939480" cy="2218499"/>
          </a:xfrm>
          <a:prstGeom prst="rect">
            <a:avLst/>
          </a:prstGeom>
        </p:spPr>
        <p:txBody>
          <a:bodyPr rtlCol="0" anchor="ctr"/>
          <a:lstStyle>
            <a:lvl1pPr algn="ctr">
              <a:lnSpc>
                <a:spcPct val="90000"/>
              </a:lnSpc>
              <a:spcBef>
                <a:spcPts val="1000"/>
              </a:spcBef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34" name="Marcador de posición de imagen 9">
            <a:extLst>
              <a:ext uri="{FF2B5EF4-FFF2-40B4-BE49-F238E27FC236}">
                <a16:creationId xmlns:a16="http://schemas.microsoft.com/office/drawing/2014/main" id="{18B0121B-CD0E-495B-9B36-4E88EA4A97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36339" y="1326925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81" name="Marcador de posición de imagen 9">
            <a:extLst>
              <a:ext uri="{FF2B5EF4-FFF2-40B4-BE49-F238E27FC236}">
                <a16:creationId xmlns:a16="http://schemas.microsoft.com/office/drawing/2014/main" id="{4508E76D-2071-4546-8DF2-405B38E2E271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5209991" y="1326192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85" name="Marcador de posición de imagen 9">
            <a:extLst>
              <a:ext uri="{FF2B5EF4-FFF2-40B4-BE49-F238E27FC236}">
                <a16:creationId xmlns:a16="http://schemas.microsoft.com/office/drawing/2014/main" id="{D319C8D5-E3A6-45C8-8A64-1C1B70C90DD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7305041" y="1335752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87" name="Marcador de posición de imagen 9">
            <a:extLst>
              <a:ext uri="{FF2B5EF4-FFF2-40B4-BE49-F238E27FC236}">
                <a16:creationId xmlns:a16="http://schemas.microsoft.com/office/drawing/2014/main" id="{01486F31-E79E-4E60-8749-B8036B3F096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9384248" y="1326192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8139AA92-1781-41FF-9168-9F70B1CD9F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31536" y="1222122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41" name="Marcador de texto 14">
            <a:extLst>
              <a:ext uri="{FF2B5EF4-FFF2-40B4-BE49-F238E27FC236}">
                <a16:creationId xmlns:a16="http://schemas.microsoft.com/office/drawing/2014/main" id="{5FE36F90-735E-43D7-854A-0347B80505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6727" y="2972370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42" name="Marcador de texto 14">
            <a:extLst>
              <a:ext uri="{FF2B5EF4-FFF2-40B4-BE49-F238E27FC236}">
                <a16:creationId xmlns:a16="http://schemas.microsoft.com/office/drawing/2014/main" id="{2D0125FE-7543-4B0C-8C50-D4F2949EE8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96865" y="3198338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3" name="Marcador de texto 14">
            <a:extLst>
              <a:ext uri="{FF2B5EF4-FFF2-40B4-BE49-F238E27FC236}">
                <a16:creationId xmlns:a16="http://schemas.microsoft.com/office/drawing/2014/main" id="{839FFFF4-4A0D-40BD-B34D-CD03D03FBEC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98932" y="2972370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44" name="Marcador de texto 14">
            <a:extLst>
              <a:ext uri="{FF2B5EF4-FFF2-40B4-BE49-F238E27FC236}">
                <a16:creationId xmlns:a16="http://schemas.microsoft.com/office/drawing/2014/main" id="{2697A53A-8491-4753-901E-02236DC0D5C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99070" y="3198338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5" name="Marcador de texto 14">
            <a:extLst>
              <a:ext uri="{FF2B5EF4-FFF2-40B4-BE49-F238E27FC236}">
                <a16:creationId xmlns:a16="http://schemas.microsoft.com/office/drawing/2014/main" id="{A51D26D1-89AE-43E7-8F1B-E28B18019F8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000136" y="2972538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46" name="Marcador de texto 14">
            <a:extLst>
              <a:ext uri="{FF2B5EF4-FFF2-40B4-BE49-F238E27FC236}">
                <a16:creationId xmlns:a16="http://schemas.microsoft.com/office/drawing/2014/main" id="{0191059F-A4F0-4F1C-8237-308B7AD3F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00274" y="3198338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7" name="Marcador de texto 14">
            <a:extLst>
              <a:ext uri="{FF2B5EF4-FFF2-40B4-BE49-F238E27FC236}">
                <a16:creationId xmlns:a16="http://schemas.microsoft.com/office/drawing/2014/main" id="{CFCD3D62-2515-40AC-A8A1-F7786244B36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95950" y="2972370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48" name="Marcador de texto 14">
            <a:extLst>
              <a:ext uri="{FF2B5EF4-FFF2-40B4-BE49-F238E27FC236}">
                <a16:creationId xmlns:a16="http://schemas.microsoft.com/office/drawing/2014/main" id="{96332DF1-A140-4DDE-9D59-EEF6D503A8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96088" y="3198338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97" name="Marcador de posición de imagen 9">
            <a:extLst>
              <a:ext uri="{FF2B5EF4-FFF2-40B4-BE49-F238E27FC236}">
                <a16:creationId xmlns:a16="http://schemas.microsoft.com/office/drawing/2014/main" id="{74EEDA10-EB71-4CAE-80C3-9C8B46E6DF07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3136338" y="3967833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99" name="Marcador de posición de imagen 9">
            <a:extLst>
              <a:ext uri="{FF2B5EF4-FFF2-40B4-BE49-F238E27FC236}">
                <a16:creationId xmlns:a16="http://schemas.microsoft.com/office/drawing/2014/main" id="{B9B031BF-4314-4A3C-B53C-3958CC4E6228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5209990" y="3967100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01" name="Marcador de posición de imagen 9">
            <a:extLst>
              <a:ext uri="{FF2B5EF4-FFF2-40B4-BE49-F238E27FC236}">
                <a16:creationId xmlns:a16="http://schemas.microsoft.com/office/drawing/2014/main" id="{BC693B9A-3B30-4605-8EB8-2F155D0A4D7C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7305040" y="3976660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103" name="Marcador de posición de imagen 9">
            <a:extLst>
              <a:ext uri="{FF2B5EF4-FFF2-40B4-BE49-F238E27FC236}">
                <a16:creationId xmlns:a16="http://schemas.microsoft.com/office/drawing/2014/main" id="{B4CC215D-FD31-4423-900D-14FF4F457AFA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9384247" y="3967100"/>
            <a:ext cx="1391577" cy="1391576"/>
          </a:xfrm>
          <a:prstGeom prst="ellipse">
            <a:avLst/>
          </a:prstGeom>
        </p:spPr>
        <p:txBody>
          <a:bodyPr rtlCol="0"/>
          <a:lstStyle>
            <a:lvl1pPr marL="0" indent="0" algn="ctr">
              <a:buNone/>
              <a:defRPr lang="es-ES" sz="200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rtl="0"/>
            <a:r>
              <a:rPr lang="es-ES" noProof="0" dirty="0"/>
              <a:t>Haga clic para agregar una foto</a:t>
            </a:r>
          </a:p>
        </p:txBody>
      </p:sp>
      <p:sp>
        <p:nvSpPr>
          <p:cNvPr id="73" name="Marcador de texto 14">
            <a:extLst>
              <a:ext uri="{FF2B5EF4-FFF2-40B4-BE49-F238E27FC236}">
                <a16:creationId xmlns:a16="http://schemas.microsoft.com/office/drawing/2014/main" id="{D4954E76-6CE5-4657-B73B-9875EBBEE00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96727" y="5587307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74" name="Marcador de texto 14">
            <a:extLst>
              <a:ext uri="{FF2B5EF4-FFF2-40B4-BE49-F238E27FC236}">
                <a16:creationId xmlns:a16="http://schemas.microsoft.com/office/drawing/2014/main" id="{E361B92F-F111-450A-A880-C3450379230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96865" y="5813275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75" name="Marcador de texto 14">
            <a:extLst>
              <a:ext uri="{FF2B5EF4-FFF2-40B4-BE49-F238E27FC236}">
                <a16:creationId xmlns:a16="http://schemas.microsoft.com/office/drawing/2014/main" id="{375C0FEC-10E7-43EA-953F-8CB9B43D05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98932" y="5587307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76" name="Marcador de texto 14">
            <a:extLst>
              <a:ext uri="{FF2B5EF4-FFF2-40B4-BE49-F238E27FC236}">
                <a16:creationId xmlns:a16="http://schemas.microsoft.com/office/drawing/2014/main" id="{84B1D0A0-DE01-44D1-9B3D-C05DBE9FF75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999070" y="5813275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77" name="Marcador de texto 14">
            <a:extLst>
              <a:ext uri="{FF2B5EF4-FFF2-40B4-BE49-F238E27FC236}">
                <a16:creationId xmlns:a16="http://schemas.microsoft.com/office/drawing/2014/main" id="{DB6914BB-9516-4473-A02F-1A325FA7EF4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000136" y="5587475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78" name="Marcador de texto 14">
            <a:extLst>
              <a:ext uri="{FF2B5EF4-FFF2-40B4-BE49-F238E27FC236}">
                <a16:creationId xmlns:a16="http://schemas.microsoft.com/office/drawing/2014/main" id="{FEE30418-F1D4-4D16-A984-FAA6CA0C74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100274" y="5813275"/>
            <a:ext cx="1885516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79" name="Marcador de texto 14">
            <a:extLst>
              <a:ext uri="{FF2B5EF4-FFF2-40B4-BE49-F238E27FC236}">
                <a16:creationId xmlns:a16="http://schemas.microsoft.com/office/drawing/2014/main" id="{6D336D9D-1BA1-44AE-96D0-3ABDA2E02F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5950" y="5587307"/>
            <a:ext cx="2085792" cy="27465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lang="es-ES" sz="1200" b="1" cap="all" spc="2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nombre</a:t>
            </a:r>
          </a:p>
        </p:txBody>
      </p:sp>
      <p:sp>
        <p:nvSpPr>
          <p:cNvPr id="80" name="Marcador de texto 14">
            <a:extLst>
              <a:ext uri="{FF2B5EF4-FFF2-40B4-BE49-F238E27FC236}">
                <a16:creationId xmlns:a16="http://schemas.microsoft.com/office/drawing/2014/main" id="{6CFC9B87-2AEB-414D-90C4-B7F8F4AA908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92018" y="5813275"/>
            <a:ext cx="1885515" cy="36512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s-ES" sz="10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82" name="Elipse 81">
            <a:extLst>
              <a:ext uri="{FF2B5EF4-FFF2-40B4-BE49-F238E27FC236}">
                <a16:creationId xmlns:a16="http://schemas.microsoft.com/office/drawing/2014/main" id="{9DC42105-8FBF-4317-8822-399B1F791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05188" y="122138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644C80F9-E615-4699-A719-131E62011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00238" y="123094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191882A0-07C5-40D6-9520-02882775B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9445" y="1221389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98" name="Elipse 97">
            <a:extLst>
              <a:ext uri="{FF2B5EF4-FFF2-40B4-BE49-F238E27FC236}">
                <a16:creationId xmlns:a16="http://schemas.microsoft.com/office/drawing/2014/main" id="{242E90BB-F1EA-466F-939C-623189DF3A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31535" y="3863030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100" name="Elipse 99">
            <a:extLst>
              <a:ext uri="{FF2B5EF4-FFF2-40B4-BE49-F238E27FC236}">
                <a16:creationId xmlns:a16="http://schemas.microsoft.com/office/drawing/2014/main" id="{CBBFD36F-B307-4513-ABAD-4A02FF737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05187" y="386229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102" name="Elipse 101">
            <a:extLst>
              <a:ext uri="{FF2B5EF4-FFF2-40B4-BE49-F238E27FC236}">
                <a16:creationId xmlns:a16="http://schemas.microsoft.com/office/drawing/2014/main" id="{2E69D0B1-6D57-4A70-9C3C-F3A072AAA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00237" y="387185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104" name="Elipse 103">
            <a:extLst>
              <a:ext uri="{FF2B5EF4-FFF2-40B4-BE49-F238E27FC236}">
                <a16:creationId xmlns:a16="http://schemas.microsoft.com/office/drawing/2014/main" id="{95C6593C-7D72-47FB-AACE-F8848EAFA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79444" y="3862297"/>
            <a:ext cx="1601183" cy="1601183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noProof="0" dirty="0">
              <a:latin typeface="Calibri Light" panose="020F0302020204030204" pitchFamily="34" charset="0"/>
            </a:endParaRPr>
          </a:p>
        </p:txBody>
      </p:sp>
      <p:sp>
        <p:nvSpPr>
          <p:cNvPr id="105" name="Marcador de pie de página 15">
            <a:extLst>
              <a:ext uri="{FF2B5EF4-FFF2-40B4-BE49-F238E27FC236}">
                <a16:creationId xmlns:a16="http://schemas.microsoft.com/office/drawing/2014/main" id="{75E80FB1-82CC-4144-A899-130449B1AC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06" name="Marcador de número de diapositiva 16">
            <a:extLst>
              <a:ext uri="{FF2B5EF4-FFF2-40B4-BE49-F238E27FC236}">
                <a16:creationId xmlns:a16="http://schemas.microsoft.com/office/drawing/2014/main" id="{10233900-5A86-4114-B6F5-3A0EA053C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07" name="Marcador de fecha 14">
            <a:extLst>
              <a:ext uri="{FF2B5EF4-FFF2-40B4-BE49-F238E27FC236}">
                <a16:creationId xmlns:a16="http://schemas.microsoft.com/office/drawing/2014/main" id="{FD1BC0B7-CAA7-4673-9A20-4EFEDC54F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18023333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áfico 49">
            <a:extLst>
              <a:ext uri="{FF2B5EF4-FFF2-40B4-BE49-F238E27FC236}">
                <a16:creationId xmlns:a16="http://schemas.microsoft.com/office/drawing/2014/main" id="{17DE9787-F8D7-4BBC-B3C0-144EEF4730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B7F666A-7AF7-4FC6-99DD-E06ED83C2E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1507" y="412356"/>
            <a:ext cx="5561556" cy="567670"/>
          </a:xfrm>
          <a:prstGeom prst="rect">
            <a:avLst/>
          </a:prstGeom>
        </p:spPr>
        <p:txBody>
          <a:bodyPr rtlCol="0"/>
          <a:lstStyle>
            <a:lvl1pPr algn="ctr">
              <a:defRPr lang="es-ES" sz="28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45" name="Marcador de texto 10">
            <a:extLst>
              <a:ext uri="{FF2B5EF4-FFF2-40B4-BE49-F238E27FC236}">
                <a16:creationId xmlns:a16="http://schemas.microsoft.com/office/drawing/2014/main" id="{F2A51B67-A536-47ED-9C35-D2A4CF0434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0273" y="2216292"/>
            <a:ext cx="1611892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s-ES" sz="4000" b="1" cap="all" spc="400" baseline="0">
                <a:solidFill>
                  <a:schemeClr val="accent5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9" name="Marcador de texto 10">
            <a:extLst>
              <a:ext uri="{FF2B5EF4-FFF2-40B4-BE49-F238E27FC236}">
                <a16:creationId xmlns:a16="http://schemas.microsoft.com/office/drawing/2014/main" id="{22B9C39F-D011-4AC3-A4D5-F61A1CB3650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13801" y="2216293"/>
            <a:ext cx="1611892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4000" b="1" cap="all" spc="400" baseline="0">
                <a:solidFill>
                  <a:schemeClr val="accent6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7" name="Marcador de texto 10">
            <a:extLst>
              <a:ext uri="{FF2B5EF4-FFF2-40B4-BE49-F238E27FC236}">
                <a16:creationId xmlns:a16="http://schemas.microsoft.com/office/drawing/2014/main" id="{4ACDF114-02BD-4A37-9BE7-AA8094B7CD2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97329" y="2216293"/>
            <a:ext cx="1611892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4000" b="1" cap="all" spc="4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48" name="Marcador de texto 10">
            <a:extLst>
              <a:ext uri="{FF2B5EF4-FFF2-40B4-BE49-F238E27FC236}">
                <a16:creationId xmlns:a16="http://schemas.microsoft.com/office/drawing/2014/main" id="{E3852728-C736-414F-BEC0-31AB3A704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80856" y="2216293"/>
            <a:ext cx="1611892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s-ES" sz="4000" b="1" cap="all" spc="400" baseline="0">
                <a:solidFill>
                  <a:schemeClr val="accent3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Agregar título</a:t>
            </a:r>
          </a:p>
        </p:txBody>
      </p:sp>
      <p:sp>
        <p:nvSpPr>
          <p:cNvPr id="37" name="Marcador de texto 14">
            <a:extLst>
              <a:ext uri="{FF2B5EF4-FFF2-40B4-BE49-F238E27FC236}">
                <a16:creationId xmlns:a16="http://schemas.microsoft.com/office/drawing/2014/main" id="{6B731840-A0DA-423D-9AD1-D542C17BA9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5026" y="3927568"/>
            <a:ext cx="2382386" cy="613702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s-ES" sz="1600" b="1" cap="none" spc="200" baseline="0">
                <a:solidFill>
                  <a:schemeClr val="accent5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38" name="Marcador de texto 14">
            <a:extLst>
              <a:ext uri="{FF2B5EF4-FFF2-40B4-BE49-F238E27FC236}">
                <a16:creationId xmlns:a16="http://schemas.microsoft.com/office/drawing/2014/main" id="{1E47A2D3-1E75-488B-A7B8-CB951C8CFB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026" y="4519311"/>
            <a:ext cx="2382386" cy="85793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39" name="Marcador de texto 14">
            <a:extLst>
              <a:ext uri="{FF2B5EF4-FFF2-40B4-BE49-F238E27FC236}">
                <a16:creationId xmlns:a16="http://schemas.microsoft.com/office/drawing/2014/main" id="{2D6ADA9B-155A-4D54-8FCB-993ADEDA7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28554" y="3927568"/>
            <a:ext cx="2382386" cy="613702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s-ES" sz="1600" b="1" cap="none" spc="200" baseline="0">
                <a:solidFill>
                  <a:schemeClr val="accent6">
                    <a:lumMod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40" name="Marcador de texto 14">
            <a:extLst>
              <a:ext uri="{FF2B5EF4-FFF2-40B4-BE49-F238E27FC236}">
                <a16:creationId xmlns:a16="http://schemas.microsoft.com/office/drawing/2014/main" id="{EF3CF6C8-7D4D-4E50-B616-0431BD4830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28554" y="4519311"/>
            <a:ext cx="2382386" cy="85793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1" name="Marcador de texto 14">
            <a:extLst>
              <a:ext uri="{FF2B5EF4-FFF2-40B4-BE49-F238E27FC236}">
                <a16:creationId xmlns:a16="http://schemas.microsoft.com/office/drawing/2014/main" id="{1CDF49FC-54E3-44AE-A97C-193A25AD6C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12082" y="3927568"/>
            <a:ext cx="2382386" cy="613702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s-ES" sz="1600" b="1" cap="none" spc="200" baseline="0">
                <a:solidFill>
                  <a:schemeClr val="accent1">
                    <a:lumMod val="50000"/>
                    <a:lumOff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42" name="Marcador de texto 14">
            <a:extLst>
              <a:ext uri="{FF2B5EF4-FFF2-40B4-BE49-F238E27FC236}">
                <a16:creationId xmlns:a16="http://schemas.microsoft.com/office/drawing/2014/main" id="{742DE5D9-5D04-4F7F-9F34-70481818583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12082" y="4519311"/>
            <a:ext cx="2382386" cy="85793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43" name="Marcador de texto 14">
            <a:extLst>
              <a:ext uri="{FF2B5EF4-FFF2-40B4-BE49-F238E27FC236}">
                <a16:creationId xmlns:a16="http://schemas.microsoft.com/office/drawing/2014/main" id="{5F0B8140-B940-4531-9562-8D79015D94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95609" y="3927568"/>
            <a:ext cx="2382386" cy="613702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s-ES" sz="1600" b="1" cap="none" spc="200" baseline="0">
                <a:solidFill>
                  <a:schemeClr val="accent3"/>
                </a:solidFill>
                <a:latin typeface="Century Gothic" panose="020B050202020202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título</a:t>
            </a:r>
          </a:p>
        </p:txBody>
      </p:sp>
      <p:sp>
        <p:nvSpPr>
          <p:cNvPr id="44" name="Marcador de texto 14">
            <a:extLst>
              <a:ext uri="{FF2B5EF4-FFF2-40B4-BE49-F238E27FC236}">
                <a16:creationId xmlns:a16="http://schemas.microsoft.com/office/drawing/2014/main" id="{849CC034-065E-48F0-985D-B80C152002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95609" y="4519311"/>
            <a:ext cx="2382386" cy="857935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lang="es-ES" sz="12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8035ED58-36EB-4147-BCAF-919ADD4DD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7D46932B-0FD6-4226-B251-4B81546121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56763F7F-D8C0-4AC6-96D0-C445984C5C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738281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áfico 18">
            <a:extLst>
              <a:ext uri="{FF2B5EF4-FFF2-40B4-BE49-F238E27FC236}">
                <a16:creationId xmlns:a16="http://schemas.microsoft.com/office/drawing/2014/main" id="{03BA4599-9856-44E7-A2B6-2354614AF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A7B14DA-64F0-4FA7-9A51-F4DB18154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79441" y="1259911"/>
            <a:ext cx="5124189" cy="492302"/>
          </a:xfrm>
          <a:prstGeom prst="rect">
            <a:avLst/>
          </a:prstGeom>
        </p:spPr>
        <p:txBody>
          <a:bodyPr rtlCol="0"/>
          <a:lstStyle>
            <a:lvl1pPr>
              <a:defRPr lang="es-ES" sz="28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7" name="Marcador de texto 14">
            <a:extLst>
              <a:ext uri="{FF2B5EF4-FFF2-40B4-BE49-F238E27FC236}">
                <a16:creationId xmlns:a16="http://schemas.microsoft.com/office/drawing/2014/main" id="{DC4C8188-3DF6-4730-A43A-B789F03449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79441" y="1752212"/>
            <a:ext cx="4856479" cy="2413388"/>
          </a:xfrm>
          <a:prstGeom prst="rect">
            <a:avLst/>
          </a:prstGeom>
        </p:spPr>
        <p:txBody>
          <a:bodyPr rtlCol="0"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es-ES" sz="1400" cap="none" spc="0" baseline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texto</a:t>
            </a:r>
          </a:p>
        </p:txBody>
      </p:sp>
      <p:sp>
        <p:nvSpPr>
          <p:cNvPr id="13" name="Marcador de pie de página 15">
            <a:extLst>
              <a:ext uri="{FF2B5EF4-FFF2-40B4-BE49-F238E27FC236}">
                <a16:creationId xmlns:a16="http://schemas.microsoft.com/office/drawing/2014/main" id="{E06D1BDE-6908-49BA-9900-53DFFF4B1E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4" name="Marcador de número de diapositiva 16">
            <a:extLst>
              <a:ext uri="{FF2B5EF4-FFF2-40B4-BE49-F238E27FC236}">
                <a16:creationId xmlns:a16="http://schemas.microsoft.com/office/drawing/2014/main" id="{1C3470F5-DE33-49A4-AE82-D8EA10A4FC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5" name="Marcador de fecha 14">
            <a:extLst>
              <a:ext uri="{FF2B5EF4-FFF2-40B4-BE49-F238E27FC236}">
                <a16:creationId xmlns:a16="http://schemas.microsoft.com/office/drawing/2014/main" id="{63DCFC99-67D1-468A-8498-B3C1C90B4C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18344077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c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FE551AED-617A-4A51-AA8F-586F3703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60DB23A-E569-444D-8607-FD404EECF3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6850" y="563671"/>
            <a:ext cx="4989629" cy="2387771"/>
          </a:xfrm>
          <a:prstGeom prst="rect">
            <a:avLst/>
          </a:prstGeom>
        </p:spPr>
        <p:txBody>
          <a:bodyPr rtlCol="0" anchor="b"/>
          <a:lstStyle>
            <a:lvl1pPr algn="ctr">
              <a:defRPr lang="es-ES" sz="4800" b="1" cap="all" spc="400" baseline="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pPr rtl="0"/>
            <a:r>
              <a:rPr lang="es-ES" noProof="0" dirty="0"/>
              <a:t>Haga clic para agregar un título</a:t>
            </a:r>
          </a:p>
        </p:txBody>
      </p:sp>
      <p:sp>
        <p:nvSpPr>
          <p:cNvPr id="10" name="Marcador de texto 13">
            <a:extLst>
              <a:ext uri="{FF2B5EF4-FFF2-40B4-BE49-F238E27FC236}">
                <a16:creationId xmlns:a16="http://schemas.microsoft.com/office/drawing/2014/main" id="{72B0D3D1-FC7B-43D5-B514-082D63A90E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6852" y="3531676"/>
            <a:ext cx="4989628" cy="1756576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buNone/>
              <a:defRPr lang="es-ES" sz="1800" i="0">
                <a:solidFill>
                  <a:schemeClr val="bg1"/>
                </a:solidFill>
                <a:latin typeface="Calibri Light" panose="020F0302020204030204" pitchFamily="34" charset="0"/>
              </a:defRPr>
            </a:lvl1pPr>
          </a:lstStyle>
          <a:p>
            <a:pPr lvl="0" rtl="0"/>
            <a:r>
              <a:rPr lang="es-ES" noProof="0" dirty="0"/>
              <a:t>Haga clic para agregar un subtítulo</a:t>
            </a:r>
          </a:p>
        </p:txBody>
      </p:sp>
      <p:sp>
        <p:nvSpPr>
          <p:cNvPr id="12" name="Marcador de pie de página 15">
            <a:extLst>
              <a:ext uri="{FF2B5EF4-FFF2-40B4-BE49-F238E27FC236}">
                <a16:creationId xmlns:a16="http://schemas.microsoft.com/office/drawing/2014/main" id="{CC2E4653-FDDE-4AC5-A23D-4269479AD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dirty="0"/>
          </a:p>
        </p:txBody>
      </p:sp>
      <p:sp>
        <p:nvSpPr>
          <p:cNvPr id="13" name="Marcador de número de diapositiva 16">
            <a:extLst>
              <a:ext uri="{FF2B5EF4-FFF2-40B4-BE49-F238E27FC236}">
                <a16:creationId xmlns:a16="http://schemas.microsoft.com/office/drawing/2014/main" id="{C3F5CE00-2FB1-4930-8D2C-DB4DFDB2F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4" name="Marcador de fecha 14">
            <a:extLst>
              <a:ext uri="{FF2B5EF4-FFF2-40B4-BE49-F238E27FC236}">
                <a16:creationId xmlns:a16="http://schemas.microsoft.com/office/drawing/2014/main" id="{2CEBC169-C2E2-4153-8A08-6B982C0D54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cap="all" dirty="0"/>
          </a:p>
        </p:txBody>
      </p:sp>
    </p:spTree>
    <p:extLst>
      <p:ext uri="{BB962C8B-B14F-4D97-AF65-F5344CB8AC3E}">
        <p14:creationId xmlns:p14="http://schemas.microsoft.com/office/powerpoint/2010/main" val="798880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Marcador de pie de página 15">
            <a:extLst>
              <a:ext uri="{FF2B5EF4-FFF2-40B4-BE49-F238E27FC236}">
                <a16:creationId xmlns:a16="http://schemas.microsoft.com/office/drawing/2014/main" id="{710F293A-37AC-4A72-A56D-2A65F8EA2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900" b="1" cap="all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TÍTULO DE LA PRESENTACIÓN</a:t>
            </a:r>
            <a:endParaRPr lang="es-ES" b="1" dirty="0"/>
          </a:p>
        </p:txBody>
      </p:sp>
      <p:sp>
        <p:nvSpPr>
          <p:cNvPr id="14" name="Marcador de número de diapositiva 16">
            <a:extLst>
              <a:ext uri="{FF2B5EF4-FFF2-40B4-BE49-F238E27FC236}">
                <a16:creationId xmlns:a16="http://schemas.microsoft.com/office/drawing/2014/main" id="{EE0BB053-ED5B-47E1-ABB2-815094654C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  <a:prstGeom prst="rect">
            <a:avLst/>
          </a:prstGeom>
        </p:spPr>
        <p:txBody>
          <a:bodyPr rtlCol="0" anchor="ctr"/>
          <a:lstStyle>
            <a:lvl1pPr algn="r">
              <a:defRPr lang="es-ES" sz="1600">
                <a:solidFill>
                  <a:schemeClr val="accent6"/>
                </a:solidFill>
                <a:latin typeface="Calibri Light" panose="020F0302020204030204" pitchFamily="34" charset="0"/>
              </a:defRPr>
            </a:lvl1pPr>
          </a:lstStyle>
          <a:p>
            <a:pPr>
              <a:defRPr lang="es-ES"/>
            </a:pPr>
            <a:fld id="{8D1FC6F8-0BCD-47E9-9C64-690771D9C143}" type="slidenum">
              <a:rPr lang="es-ES" smtClean="0"/>
              <a:pPr>
                <a:defRPr lang="es-ES"/>
              </a:pPr>
              <a:t>‹Nº›</a:t>
            </a:fld>
            <a:endParaRPr lang="es-ES" dirty="0"/>
          </a:p>
        </p:txBody>
      </p:sp>
      <p:sp>
        <p:nvSpPr>
          <p:cNvPr id="15" name="Marcador de fecha 14">
            <a:extLst>
              <a:ext uri="{FF2B5EF4-FFF2-40B4-BE49-F238E27FC236}">
                <a16:creationId xmlns:a16="http://schemas.microsoft.com/office/drawing/2014/main" id="{790B7F12-A295-4495-AE4A-7640863C88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  <a:prstGeom prst="rect">
            <a:avLst/>
          </a:prstGeom>
        </p:spPr>
        <p:txBody>
          <a:bodyPr rtlCol="0" anchor="ctr"/>
          <a:lstStyle>
            <a:lvl1pPr>
              <a:defRPr lang="es-ES" sz="900" b="1" spc="400" baseline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>
              <a:defRPr lang="es-ES"/>
            </a:pPr>
            <a:r>
              <a:rPr lang="es-ES" cap="all"/>
              <a:t>21 de mayo, 20XX</a:t>
            </a:r>
            <a:endParaRPr lang="es-ES" b="1" cap="all" dirty="0"/>
          </a:p>
        </p:txBody>
      </p:sp>
    </p:spTree>
    <p:extLst>
      <p:ext uri="{BB962C8B-B14F-4D97-AF65-F5344CB8AC3E}">
        <p14:creationId xmlns:p14="http://schemas.microsoft.com/office/powerpoint/2010/main" val="1322357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jpeg"/><Relationship Id="rId5" Type="http://schemas.openxmlformats.org/officeDocument/2006/relationships/image" Target="../media/image27.jpg"/><Relationship Id="rId4" Type="http://schemas.openxmlformats.org/officeDocument/2006/relationships/image" Target="../media/image26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9.jpg"/><Relationship Id="rId7" Type="http://schemas.openxmlformats.org/officeDocument/2006/relationships/image" Target="../media/image3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2.jpg"/><Relationship Id="rId5" Type="http://schemas.openxmlformats.org/officeDocument/2006/relationships/image" Target="../media/image31.jpeg"/><Relationship Id="rId10" Type="http://schemas.openxmlformats.org/officeDocument/2006/relationships/image" Target="../media/image36.jpeg"/><Relationship Id="rId4" Type="http://schemas.openxmlformats.org/officeDocument/2006/relationships/image" Target="../media/image30.jpeg"/><Relationship Id="rId9" Type="http://schemas.openxmlformats.org/officeDocument/2006/relationships/image" Target="../media/image35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01C44412-AA84-403C-A202-EAB7F3C81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80" y="233680"/>
            <a:ext cx="8402320" cy="2052320"/>
          </a:xfrm>
        </p:spPr>
        <p:txBody>
          <a:bodyPr rtlCol="0"/>
          <a:lstStyle>
            <a:defPPr>
              <a:defRPr lang="es-ES"/>
            </a:defPPr>
          </a:lstStyle>
          <a:p>
            <a:br>
              <a:rPr lang="es-ES" sz="4000" dirty="0"/>
            </a:br>
            <a:r>
              <a:rPr lang="es-ES" sz="4000" dirty="0"/>
              <a:t>Navegación autónoma MEDIANTE VISIÓN mono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88D1462E-973D-4427-A664-EF751DF597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2080" y="6041978"/>
            <a:ext cx="5270326" cy="816022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>
                <a:latin typeface="+mn-lt"/>
              </a:rPr>
              <a:t>André José Lorenzo Torres</a:t>
            </a:r>
          </a:p>
          <a:p>
            <a:r>
              <a:rPr lang="es-ES" dirty="0">
                <a:latin typeface="+mn-lt"/>
              </a:rPr>
              <a:t>Tutor: David Martin Gómez</a:t>
            </a:r>
          </a:p>
        </p:txBody>
      </p:sp>
      <p:sp>
        <p:nvSpPr>
          <p:cNvPr id="3" name="Título 9">
            <a:extLst>
              <a:ext uri="{FF2B5EF4-FFF2-40B4-BE49-F238E27FC236}">
                <a16:creationId xmlns:a16="http://schemas.microsoft.com/office/drawing/2014/main" id="{ACB7730B-B0AF-A276-6640-1410A16E8A63}"/>
              </a:ext>
            </a:extLst>
          </p:cNvPr>
          <p:cNvSpPr txBox="1">
            <a:spLocks/>
          </p:cNvSpPr>
          <p:nvPr/>
        </p:nvSpPr>
        <p:spPr>
          <a:xfrm>
            <a:off x="132080" y="-1548416"/>
            <a:ext cx="8910320" cy="2296160"/>
          </a:xfrm>
          <a:prstGeom prst="rect">
            <a:avLst/>
          </a:prstGeom>
        </p:spPr>
        <p:txBody>
          <a:bodyPr rtlCol="0" anchor="b"/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4800" b="1" kern="1200" cap="all" spc="400" baseline="0">
                <a:solidFill>
                  <a:schemeClr val="accent6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4000" b="0" dirty="0"/>
              <a:t>Trabajo fin de master</a:t>
            </a:r>
          </a:p>
        </p:txBody>
      </p:sp>
    </p:spTree>
    <p:extLst>
      <p:ext uri="{BB962C8B-B14F-4D97-AF65-F5344CB8AC3E}">
        <p14:creationId xmlns:p14="http://schemas.microsoft.com/office/powerpoint/2010/main" val="4041433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ítulo 26">
            <a:extLst>
              <a:ext uri="{FF2B5EF4-FFF2-40B4-BE49-F238E27FC236}">
                <a16:creationId xmlns:a16="http://schemas.microsoft.com/office/drawing/2014/main" id="{AC2324A2-9A57-4433-8C66-C17D1D270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23" y="2210810"/>
            <a:ext cx="4579970" cy="53803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Sobre nosotros</a:t>
            </a:r>
          </a:p>
        </p:txBody>
      </p:sp>
      <p:sp>
        <p:nvSpPr>
          <p:cNvPr id="59" name="Marcador de texto 58">
            <a:extLst>
              <a:ext uri="{FF2B5EF4-FFF2-40B4-BE49-F238E27FC236}">
                <a16:creationId xmlns:a16="http://schemas.microsoft.com/office/drawing/2014/main" id="{FDAF9C5E-FFD5-49FC-9788-18CE8F0958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34661" y="2747550"/>
            <a:ext cx="5309918" cy="287203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En Contoso, ayudamos a las empresas a fomentar el pensamiento colaborativo para impulsar aún más la innovación en el área de trabajo. Cerramos el bucle y aprovechamos los marcos ágiles, así ayudamos a que el negocio crezca de manera orgánica y a potenciar la mentalidad centrada en el consumidor.</a:t>
            </a:r>
          </a:p>
        </p:txBody>
      </p:sp>
      <p:pic>
        <p:nvPicPr>
          <p:cNvPr id="116" name="Marcador de posición de imagen 115" descr="Un grupo de personas en una habitación">
            <a:extLst>
              <a:ext uri="{FF2B5EF4-FFF2-40B4-BE49-F238E27FC236}">
                <a16:creationId xmlns:a16="http://schemas.microsoft.com/office/drawing/2014/main" id="{2F0ECB9B-426D-40BC-918A-2C82968A05C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63453" y="1433033"/>
            <a:ext cx="3527091" cy="3463540"/>
          </a:xfrm>
        </p:spPr>
      </p:pic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B2981E3D-54C8-4A85-9DAB-CE41C50EA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122A69A8-1CA3-486A-A675-DB22FF0D4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2</a:t>
            </a:fld>
            <a:endParaRPr lang="es-ES"/>
          </a:p>
        </p:txBody>
      </p:sp>
      <p:sp>
        <p:nvSpPr>
          <p:cNvPr id="35" name="Marcador de fecha 34">
            <a:extLst>
              <a:ext uri="{FF2B5EF4-FFF2-40B4-BE49-F238E27FC236}">
                <a16:creationId xmlns:a16="http://schemas.microsoft.com/office/drawing/2014/main" id="{3802946B-CCE3-410C-94E7-47B2DFBB5F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184235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ítulo 45">
            <a:extLst>
              <a:ext uri="{FF2B5EF4-FFF2-40B4-BE49-F238E27FC236}">
                <a16:creationId xmlns:a16="http://schemas.microsoft.com/office/drawing/2014/main" id="{3DE22AEE-5FE7-411E-BE12-05628BC02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069" y="695093"/>
            <a:ext cx="4919354" cy="66749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Problema</a:t>
            </a:r>
          </a:p>
        </p:txBody>
      </p:sp>
      <p:sp>
        <p:nvSpPr>
          <p:cNvPr id="41" name="Marcador de texto 40">
            <a:extLst>
              <a:ext uri="{FF2B5EF4-FFF2-40B4-BE49-F238E27FC236}">
                <a16:creationId xmlns:a16="http://schemas.microsoft.com/office/drawing/2014/main" id="{13DF91CF-444A-4959-91C5-62172E643BD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199594" y="1873815"/>
            <a:ext cx="2556579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Clientes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933753EF-34D5-413D-B330-9D63C1E264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99595" y="2178443"/>
            <a:ext cx="2556577" cy="175520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El 66% de los consumidores de Estados Unidos</a:t>
            </a:r>
          </a:p>
          <a:p>
            <a:pPr rtl="0"/>
            <a:r>
              <a:rPr lang="es-ES" dirty="0"/>
              <a:t>invierte dinero en varios productos que solo resuelven su problema de manera parcial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DE843243-D5AF-4FB8-A0B6-47BAF2CEE0E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38996" y="1873815"/>
            <a:ext cx="263241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Brecha de mercado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D656B4F7-80AA-4955-8984-D9DA3B536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38996" y="2178444"/>
            <a:ext cx="2710508" cy="129108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Poco productos del mercado, si los hay, ayudan a los clientes como nosotros lo hacemos</a:t>
            </a:r>
          </a:p>
        </p:txBody>
      </p:sp>
      <p:sp>
        <p:nvSpPr>
          <p:cNvPr id="45" name="Marcador de texto 44">
            <a:extLst>
              <a:ext uri="{FF2B5EF4-FFF2-40B4-BE49-F238E27FC236}">
                <a16:creationId xmlns:a16="http://schemas.microsoft.com/office/drawing/2014/main" id="{23B5DB8F-544D-4B8A-98F5-10157CB5781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199595" y="4071261"/>
            <a:ext cx="255657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Costes</a:t>
            </a:r>
          </a:p>
        </p:txBody>
      </p:sp>
      <p:sp>
        <p:nvSpPr>
          <p:cNvPr id="71" name="Marcador de texto 70">
            <a:extLst>
              <a:ext uri="{FF2B5EF4-FFF2-40B4-BE49-F238E27FC236}">
                <a16:creationId xmlns:a16="http://schemas.microsoft.com/office/drawing/2014/main" id="{6DC1492D-B4FC-4834-8463-9F39FDB7818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99596" y="4383943"/>
            <a:ext cx="2556577" cy="132823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La pérdida de productividad cuesta a los consumidores miles de dólares </a:t>
            </a:r>
          </a:p>
        </p:txBody>
      </p:sp>
      <p:sp>
        <p:nvSpPr>
          <p:cNvPr id="43" name="Marcador de texto 42">
            <a:extLst>
              <a:ext uri="{FF2B5EF4-FFF2-40B4-BE49-F238E27FC236}">
                <a16:creationId xmlns:a16="http://schemas.microsoft.com/office/drawing/2014/main" id="{F1C997B7-3BCB-422D-B850-6AD06C8FB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538996" y="4071261"/>
            <a:ext cx="2790841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Finanzas</a:t>
            </a:r>
          </a:p>
        </p:txBody>
      </p:sp>
      <p:sp>
        <p:nvSpPr>
          <p:cNvPr id="58" name="Marcador de texto 57">
            <a:extLst>
              <a:ext uri="{FF2B5EF4-FFF2-40B4-BE49-F238E27FC236}">
                <a16:creationId xmlns:a16="http://schemas.microsoft.com/office/drawing/2014/main" id="{82CC08AE-1854-427C-A409-844DADA8D4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538997" y="4375890"/>
            <a:ext cx="2873630" cy="129108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Los millennials representan, aproximadamente, un cuarto de los 48 mil millones de dólares invertidos en 2018 en otros productos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1F0E6E7-FE9E-4C88-8036-BAF0835CC4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944EF00-08F5-4EC2-87BC-9CA90D825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3</a:t>
            </a:fld>
            <a:endParaRPr lang="es-ES"/>
          </a:p>
        </p:txBody>
      </p:sp>
      <p:sp>
        <p:nvSpPr>
          <p:cNvPr id="76" name="Marcador de fecha 75">
            <a:extLst>
              <a:ext uri="{FF2B5EF4-FFF2-40B4-BE49-F238E27FC236}">
                <a16:creationId xmlns:a16="http://schemas.microsoft.com/office/drawing/2014/main" id="{AA6DE5DF-92EA-4EA8-B311-E5E4A8C2A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3109501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ítulo 48">
            <a:extLst>
              <a:ext uri="{FF2B5EF4-FFF2-40B4-BE49-F238E27FC236}">
                <a16:creationId xmlns:a16="http://schemas.microsoft.com/office/drawing/2014/main" id="{7FE51E02-50EB-4E26-B5E1-1B76B0D7B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9716" y="1823625"/>
            <a:ext cx="4719884" cy="58003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Solución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DA6FC127-313F-42F3-9800-F36B13BD0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15" idx="6"/>
            <a:endCxn id="20" idx="2"/>
          </p:cNvCxnSpPr>
          <p:nvPr/>
        </p:nvCxnSpPr>
        <p:spPr>
          <a:xfrm>
            <a:off x="2172245" y="3645383"/>
            <a:ext cx="762228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ipse 16">
            <a:extLst>
              <a:ext uri="{FF2B5EF4-FFF2-40B4-BE49-F238E27FC236}">
                <a16:creationId xmlns:a16="http://schemas.microsoft.com/office/drawing/2014/main" id="{17BD30DD-1CDC-42FA-A173-F6CFB93D91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85064" y="3172544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6FF16285-BEA6-47E3-8ECE-E17D4D084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43562" y="3174633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FF59E2B-8CF4-4F96-9F85-850F62E87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94529" y="3172544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56AB62C-FF38-4153-B496-F42C8DB04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6567" y="3172544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pic>
        <p:nvPicPr>
          <p:cNvPr id="91" name="Marcador de posición de imagen 90" descr="icono de mercado">
            <a:extLst>
              <a:ext uri="{FF2B5EF4-FFF2-40B4-BE49-F238E27FC236}">
                <a16:creationId xmlns:a16="http://schemas.microsoft.com/office/drawing/2014/main" id="{C6A83A1A-E2DA-4D40-B2A8-6FAABB76B41B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3"/>
          <a:srcRect/>
          <a:stretch>
            <a:fillRect/>
          </a:stretch>
        </p:blipFill>
        <p:spPr>
          <a:xfrm>
            <a:off x="1404658" y="3330145"/>
            <a:ext cx="603504" cy="603504"/>
          </a:xfrm>
          <a:prstGeom prst="rect">
            <a:avLst/>
          </a:prstGeom>
        </p:spPr>
      </p:pic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2F0C189F-75BF-4FC8-A278-5EFC6B66FA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9005" y="4230943"/>
            <a:ext cx="2640803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Cerrar la brecha</a:t>
            </a:r>
          </a:p>
        </p:txBody>
      </p:sp>
      <p:sp>
        <p:nvSpPr>
          <p:cNvPr id="27" name="Marcador de texto 26">
            <a:extLst>
              <a:ext uri="{FF2B5EF4-FFF2-40B4-BE49-F238E27FC236}">
                <a16:creationId xmlns:a16="http://schemas.microsoft.com/office/drawing/2014/main" id="{56F30711-3932-4012-B6C1-3B270E129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9005" y="4546458"/>
            <a:ext cx="2640803" cy="16164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Nuestro producto hace la vida más fácil a los consumidores y ningún otro producto del mercado ofrece las mismas características</a:t>
            </a:r>
          </a:p>
        </p:txBody>
      </p:sp>
      <p:pic>
        <p:nvPicPr>
          <p:cNvPr id="92" name="Marcador de posición de imagen 91" descr="icono de grupo de personas">
            <a:extLst>
              <a:ext uri="{FF2B5EF4-FFF2-40B4-BE49-F238E27FC236}">
                <a16:creationId xmlns:a16="http://schemas.microsoft.com/office/drawing/2014/main" id="{B0B79D89-2FA7-4527-BF24-BD94083A08E6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4"/>
          <a:srcRect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1" name="Marcador de texto 30">
            <a:extLst>
              <a:ext uri="{FF2B5EF4-FFF2-40B4-BE49-F238E27FC236}">
                <a16:creationId xmlns:a16="http://schemas.microsoft.com/office/drawing/2014/main" id="{850A4385-C5CF-4BEE-B287-D3AC3C91286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37502" y="4234631"/>
            <a:ext cx="2640803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Público objetivo</a:t>
            </a:r>
          </a:p>
        </p:txBody>
      </p:sp>
      <p:sp>
        <p:nvSpPr>
          <p:cNvPr id="28" name="Marcador de texto 27">
            <a:extLst>
              <a:ext uri="{FF2B5EF4-FFF2-40B4-BE49-F238E27FC236}">
                <a16:creationId xmlns:a16="http://schemas.microsoft.com/office/drawing/2014/main" id="{CC9C5A8F-500B-4089-A210-65BE40581F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37503" y="4550146"/>
            <a:ext cx="2640803" cy="16164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Generación Z (de 18 a 25 años)</a:t>
            </a:r>
          </a:p>
        </p:txBody>
      </p:sp>
      <p:pic>
        <p:nvPicPr>
          <p:cNvPr id="93" name="Marcador de posición de imagen 92" descr="icono de hucha">
            <a:extLst>
              <a:ext uri="{FF2B5EF4-FFF2-40B4-BE49-F238E27FC236}">
                <a16:creationId xmlns:a16="http://schemas.microsoft.com/office/drawing/2014/main" id="{72B05E96-95BD-47EE-996E-6B2C14EBD1B4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5"/>
          <a:srcRect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561059DA-EA8B-4860-B58D-BBFD6C2CFC5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6000" y="4218499"/>
            <a:ext cx="2640803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Ahorro de costos</a:t>
            </a:r>
          </a:p>
        </p:txBody>
      </p:sp>
      <p:sp>
        <p:nvSpPr>
          <p:cNvPr id="29" name="Marcador de texto 28">
            <a:extLst>
              <a:ext uri="{FF2B5EF4-FFF2-40B4-BE49-F238E27FC236}">
                <a16:creationId xmlns:a16="http://schemas.microsoft.com/office/drawing/2014/main" id="{491AC0FF-532B-4B36-BE1C-83B71D783B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534014"/>
            <a:ext cx="2640803" cy="16164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Reducción de los gastos de los productos de repuesto </a:t>
            </a:r>
          </a:p>
        </p:txBody>
      </p:sp>
      <p:pic>
        <p:nvPicPr>
          <p:cNvPr id="94" name="Marcador de posición de imagen 93" descr="icono de pila de documentos">
            <a:extLst>
              <a:ext uri="{FF2B5EF4-FFF2-40B4-BE49-F238E27FC236}">
                <a16:creationId xmlns:a16="http://schemas.microsoft.com/office/drawing/2014/main" id="{8C7C9F51-16A3-43F8-8724-9F145C4AD51D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6"/>
          <a:srcRect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3" name="Marcador de texto 32">
            <a:extLst>
              <a:ext uri="{FF2B5EF4-FFF2-40B4-BE49-F238E27FC236}">
                <a16:creationId xmlns:a16="http://schemas.microsoft.com/office/drawing/2014/main" id="{921263C4-F13B-47F6-A4A0-816A8D261C2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6967" y="4218499"/>
            <a:ext cx="2640803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Fácil de usar</a:t>
            </a:r>
          </a:p>
        </p:txBody>
      </p:sp>
      <p:sp>
        <p:nvSpPr>
          <p:cNvPr id="30" name="Marcador de texto 29">
            <a:extLst>
              <a:ext uri="{FF2B5EF4-FFF2-40B4-BE49-F238E27FC236}">
                <a16:creationId xmlns:a16="http://schemas.microsoft.com/office/drawing/2014/main" id="{D16C7B99-9723-4022-8904-97B66907F1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946967" y="4534014"/>
            <a:ext cx="2640803" cy="161641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Diseño sencillo que proporciona a los clientes la información específica que necesitan</a:t>
            </a:r>
          </a:p>
          <a:p>
            <a:pPr rtl="0"/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EA344E8-12AB-4BC6-9FA0-D3FFCDFD16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DAFBEEF-2BDC-48F9-ACA2-5A9324E7B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4</a:t>
            </a:fld>
            <a:endParaRPr lang="es-ES"/>
          </a:p>
        </p:txBody>
      </p:sp>
      <p:sp>
        <p:nvSpPr>
          <p:cNvPr id="16" name="Marcador de fecha 15">
            <a:extLst>
              <a:ext uri="{FF2B5EF4-FFF2-40B4-BE49-F238E27FC236}">
                <a16:creationId xmlns:a16="http://schemas.microsoft.com/office/drawing/2014/main" id="{77C3CA95-BC39-41C4-9B87-98BB7EA2D4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961106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ítulo 39">
            <a:extLst>
              <a:ext uri="{FF2B5EF4-FFF2-40B4-BE49-F238E27FC236}">
                <a16:creationId xmlns:a16="http://schemas.microsoft.com/office/drawing/2014/main" id="{38FEDDED-CB8D-43EC-BAB6-6DB72148B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6218" y="690801"/>
            <a:ext cx="5491479" cy="86107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Información general del producto</a:t>
            </a:r>
          </a:p>
        </p:txBody>
      </p:sp>
      <p:pic>
        <p:nvPicPr>
          <p:cNvPr id="42" name="Marcador de posición de imagen 41" descr="icono de cuadro">
            <a:extLst>
              <a:ext uri="{FF2B5EF4-FFF2-40B4-BE49-F238E27FC236}">
                <a16:creationId xmlns:a16="http://schemas.microsoft.com/office/drawing/2014/main" id="{7A0C5CE6-9CA6-4807-B23A-A4F89C0310D2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3"/>
          <a:srcRect l="375" r="37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76" name="Marcador de texto 75">
            <a:extLst>
              <a:ext uri="{FF2B5EF4-FFF2-40B4-BE49-F238E27FC236}">
                <a16:creationId xmlns:a16="http://schemas.microsoft.com/office/drawing/2014/main" id="{E239EA0A-BE2A-46D5-876A-5614B0A7CF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90069" y="2568679"/>
            <a:ext cx="3008631" cy="3481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Único</a:t>
            </a:r>
          </a:p>
        </p:txBody>
      </p:sp>
      <p:sp>
        <p:nvSpPr>
          <p:cNvPr id="77" name="Marcador de texto 76">
            <a:extLst>
              <a:ext uri="{FF2B5EF4-FFF2-40B4-BE49-F238E27FC236}">
                <a16:creationId xmlns:a16="http://schemas.microsoft.com/office/drawing/2014/main" id="{92FDC44E-20CB-4210-8DA6-F83A46B395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90069" y="3100890"/>
            <a:ext cx="3008630" cy="105098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El producto está orientado específicamente a este mercado especializado</a:t>
            </a:r>
          </a:p>
        </p:txBody>
      </p:sp>
      <p:pic>
        <p:nvPicPr>
          <p:cNvPr id="43" name="Marcador de posición de imagen 42" descr="icono de mercado">
            <a:extLst>
              <a:ext uri="{FF2B5EF4-FFF2-40B4-BE49-F238E27FC236}">
                <a16:creationId xmlns:a16="http://schemas.microsoft.com/office/drawing/2014/main" id="{68703471-66FD-4701-B79F-C054E717F50D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4"/>
          <a:srcRect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97" name="Marcador de texto 96">
            <a:extLst>
              <a:ext uri="{FF2B5EF4-FFF2-40B4-BE49-F238E27FC236}">
                <a16:creationId xmlns:a16="http://schemas.microsoft.com/office/drawing/2014/main" id="{1C9BBBD5-3078-4A97-8E7D-F5F839845B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913979" y="2568679"/>
            <a:ext cx="3008631" cy="53221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Primer lanzamiento al mercado</a:t>
            </a:r>
          </a:p>
        </p:txBody>
      </p:sp>
      <p:sp>
        <p:nvSpPr>
          <p:cNvPr id="96" name="Marcador de texto 95">
            <a:extLst>
              <a:ext uri="{FF2B5EF4-FFF2-40B4-BE49-F238E27FC236}">
                <a16:creationId xmlns:a16="http://schemas.microsoft.com/office/drawing/2014/main" id="{CDBDA856-8CC1-449E-B621-022F99358F0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913979" y="3100890"/>
            <a:ext cx="3008630" cy="105098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Primera herramienta de diseño cuidado, elegante y funcional</a:t>
            </a:r>
          </a:p>
        </p:txBody>
      </p:sp>
      <p:pic>
        <p:nvPicPr>
          <p:cNvPr id="45" name="Marcador de posición de imagen 44" descr="icono de portapapeles con lista de comprobación">
            <a:extLst>
              <a:ext uri="{FF2B5EF4-FFF2-40B4-BE49-F238E27FC236}">
                <a16:creationId xmlns:a16="http://schemas.microsoft.com/office/drawing/2014/main" id="{C8D7F118-FF46-4EA6-8CB0-7A7F32EA9B67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5"/>
          <a:srcRect l="375" r="375"/>
          <a:stretch>
            <a:fillRect/>
          </a:stretch>
        </p:blipFill>
        <p:spPr>
          <a:xfrm>
            <a:off x="4190069" y="4520734"/>
            <a:ext cx="603504" cy="603504"/>
          </a:xfrm>
          <a:prstGeom prst="rect">
            <a:avLst/>
          </a:prstGeom>
        </p:spPr>
      </p:pic>
      <p:sp>
        <p:nvSpPr>
          <p:cNvPr id="99" name="Marcador de texto 98">
            <a:extLst>
              <a:ext uri="{FF2B5EF4-FFF2-40B4-BE49-F238E27FC236}">
                <a16:creationId xmlns:a16="http://schemas.microsoft.com/office/drawing/2014/main" id="{3A32E54C-621B-48BA-A803-164046E2AE6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190069" y="5283211"/>
            <a:ext cx="3008631" cy="3481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Probado</a:t>
            </a:r>
          </a:p>
        </p:txBody>
      </p:sp>
      <p:sp>
        <p:nvSpPr>
          <p:cNvPr id="98" name="Marcador de texto 97">
            <a:extLst>
              <a:ext uri="{FF2B5EF4-FFF2-40B4-BE49-F238E27FC236}">
                <a16:creationId xmlns:a16="http://schemas.microsoft.com/office/drawing/2014/main" id="{01AED438-7299-4DC8-9DD9-BA1D41DA967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190069" y="5576520"/>
            <a:ext cx="3008630" cy="75767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Las pruebas se han realizado en estudiantes universitarios del sector</a:t>
            </a:r>
          </a:p>
        </p:txBody>
      </p:sp>
      <p:pic>
        <p:nvPicPr>
          <p:cNvPr id="44" name="Marcador de posición de imagen 43" descr="icono de dos personas hablando">
            <a:extLst>
              <a:ext uri="{FF2B5EF4-FFF2-40B4-BE49-F238E27FC236}">
                <a16:creationId xmlns:a16="http://schemas.microsoft.com/office/drawing/2014/main" id="{32FDE888-33A7-493E-A23F-0EAAB9E10952}"/>
              </a:ext>
            </a:extLst>
          </p:cNvPr>
          <p:cNvPicPr>
            <a:picLocks noGrp="1" noChangeAspect="1"/>
          </p:cNvPicPr>
          <p:nvPr>
            <p:ph type="pic" sz="quarter" idx="29"/>
          </p:nvPr>
        </p:nvPicPr>
        <p:blipFill>
          <a:blip r:embed="rId6"/>
          <a:srcRect t="131" b="131"/>
          <a:stretch>
            <a:fillRect/>
          </a:stretch>
        </p:blipFill>
        <p:spPr>
          <a:xfrm>
            <a:off x="7906631" y="4537598"/>
            <a:ext cx="603504" cy="603504"/>
          </a:xfrm>
          <a:prstGeom prst="rect">
            <a:avLst/>
          </a:prstGeom>
        </p:spPr>
      </p:pic>
      <p:sp>
        <p:nvSpPr>
          <p:cNvPr id="101" name="Marcador de texto 100">
            <a:extLst>
              <a:ext uri="{FF2B5EF4-FFF2-40B4-BE49-F238E27FC236}">
                <a16:creationId xmlns:a16="http://schemas.microsoft.com/office/drawing/2014/main" id="{9B8F2F1C-23A5-48F0-83ED-64D9A8A3E43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913980" y="5286583"/>
            <a:ext cx="3008631" cy="3481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Auténtico</a:t>
            </a:r>
          </a:p>
        </p:txBody>
      </p:sp>
      <p:sp>
        <p:nvSpPr>
          <p:cNvPr id="100" name="Marcador de texto 99">
            <a:extLst>
              <a:ext uri="{FF2B5EF4-FFF2-40B4-BE49-F238E27FC236}">
                <a16:creationId xmlns:a16="http://schemas.microsoft.com/office/drawing/2014/main" id="{16B8F8D8-59B2-406F-94E0-04DFD90B8D0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913980" y="5579892"/>
            <a:ext cx="3008630" cy="75767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Está diseñado con la ayuda y la aportación de expertos en el campo</a:t>
            </a:r>
          </a:p>
        </p:txBody>
      </p:sp>
      <p:sp>
        <p:nvSpPr>
          <p:cNvPr id="19" name="Marcador de pie de página 18">
            <a:extLst>
              <a:ext uri="{FF2B5EF4-FFF2-40B4-BE49-F238E27FC236}">
                <a16:creationId xmlns:a16="http://schemas.microsoft.com/office/drawing/2014/main" id="{65EC8A42-193D-43A9-B162-8977ADBDB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20" name="Marcador de número de diapositiva 19">
            <a:extLst>
              <a:ext uri="{FF2B5EF4-FFF2-40B4-BE49-F238E27FC236}">
                <a16:creationId xmlns:a16="http://schemas.microsoft.com/office/drawing/2014/main" id="{3DD70FC9-BBF2-4AF1-9A64-0FB921683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5</a:t>
            </a:fld>
            <a:endParaRPr lang="es-ES"/>
          </a:p>
        </p:txBody>
      </p:sp>
      <p:sp>
        <p:nvSpPr>
          <p:cNvPr id="41" name="Marcador de fecha 40">
            <a:extLst>
              <a:ext uri="{FF2B5EF4-FFF2-40B4-BE49-F238E27FC236}">
                <a16:creationId xmlns:a16="http://schemas.microsoft.com/office/drawing/2014/main" id="{0B1681CB-9789-4D10-B109-32AB0A075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968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ítulo 23">
            <a:extLst>
              <a:ext uri="{FF2B5EF4-FFF2-40B4-BE49-F238E27FC236}">
                <a16:creationId xmlns:a16="http://schemas.microsoft.com/office/drawing/2014/main" id="{F92EC24E-3E0A-471B-9A70-B29306D2D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8963" y="1823626"/>
            <a:ext cx="6076756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Ventajas del producto</a:t>
            </a:r>
          </a:p>
        </p:txBody>
      </p:sp>
      <p:sp>
        <p:nvSpPr>
          <p:cNvPr id="39" name="Marcador de texto 38">
            <a:extLst>
              <a:ext uri="{FF2B5EF4-FFF2-40B4-BE49-F238E27FC236}">
                <a16:creationId xmlns:a16="http://schemas.microsoft.com/office/drawing/2014/main" id="{2B0040E8-BBFE-4B5E-9ADF-88F6C234CBA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956595" y="2807310"/>
            <a:ext cx="5824073" cy="194014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Producto interesante y elegante</a:t>
            </a:r>
          </a:p>
          <a:p>
            <a:pPr rtl="0"/>
            <a:r>
              <a:rPr lang="es-ES"/>
              <a:t>Áreas para conectar con la comunidad</a:t>
            </a:r>
          </a:p>
          <a:p>
            <a:pPr rtl="0"/>
            <a:r>
              <a:rPr lang="es-ES"/>
              <a:t>Tienda en línea e intercambio de mercado</a:t>
            </a:r>
          </a:p>
          <a:p>
            <a:pPr rtl="0"/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B218AC5-F86F-4C67-A6CE-942AB696B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BF20B7A-39DA-4D7C-96BB-B2A9565A4D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6</a:t>
            </a:fld>
            <a:endParaRPr lang="es-ES"/>
          </a:p>
        </p:txBody>
      </p:sp>
      <p:sp>
        <p:nvSpPr>
          <p:cNvPr id="44" name="Marcador de fecha 43">
            <a:extLst>
              <a:ext uri="{FF2B5EF4-FFF2-40B4-BE49-F238E27FC236}">
                <a16:creationId xmlns:a16="http://schemas.microsoft.com/office/drawing/2014/main" id="{1D14AAB3-2E60-4AAE-8C5D-843AD9A98B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011919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2EEEFBA2-D2C5-483D-A977-8998D167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4000"/>
              <a:t>Información general de la empresa</a:t>
            </a:r>
          </a:p>
        </p:txBody>
      </p:sp>
    </p:spTree>
    <p:extLst>
      <p:ext uri="{BB962C8B-B14F-4D97-AF65-F5344CB8AC3E}">
        <p14:creationId xmlns:p14="http://schemas.microsoft.com/office/powerpoint/2010/main" val="3716496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ítulo 33">
            <a:extLst>
              <a:ext uri="{FF2B5EF4-FFF2-40B4-BE49-F238E27FC236}">
                <a16:creationId xmlns:a16="http://schemas.microsoft.com/office/drawing/2014/main" id="{4BB0BCF4-9D20-4758-AE5E-FC431503F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11" y="760406"/>
            <a:ext cx="5424988" cy="5792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Modelo de negocio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F09B50DC-B299-47D5-8FBF-8BB1F764A5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65511" y="3417877"/>
            <a:ext cx="2806280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Investigación</a:t>
            </a:r>
          </a:p>
        </p:txBody>
      </p:sp>
      <p:sp>
        <p:nvSpPr>
          <p:cNvPr id="41" name="Marcador de texto 40">
            <a:extLst>
              <a:ext uri="{FF2B5EF4-FFF2-40B4-BE49-F238E27FC236}">
                <a16:creationId xmlns:a16="http://schemas.microsoft.com/office/drawing/2014/main" id="{5B2431E2-5AF0-49F8-8C0F-52F1C11718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65511" y="3766050"/>
            <a:ext cx="2806280" cy="14160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Basamos nuestra investigación en tendencias de mercado y redes sociales</a:t>
            </a:r>
          </a:p>
        </p:txBody>
      </p:sp>
      <p:sp>
        <p:nvSpPr>
          <p:cNvPr id="42" name="Marcador de texto 41">
            <a:extLst>
              <a:ext uri="{FF2B5EF4-FFF2-40B4-BE49-F238E27FC236}">
                <a16:creationId xmlns:a16="http://schemas.microsoft.com/office/drawing/2014/main" id="{974545B8-60BB-4D0D-8EE6-4D20EFAB71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14520" y="3400925"/>
            <a:ext cx="2806280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Resumen</a:t>
            </a:r>
          </a:p>
        </p:txBody>
      </p:sp>
      <p:sp>
        <p:nvSpPr>
          <p:cNvPr id="43" name="Marcador de texto 42">
            <a:extLst>
              <a:ext uri="{FF2B5EF4-FFF2-40B4-BE49-F238E27FC236}">
                <a16:creationId xmlns:a16="http://schemas.microsoft.com/office/drawing/2014/main" id="{947754CF-0306-43C0-AAC6-F0E44B385D4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14520" y="3749098"/>
            <a:ext cx="2806280" cy="14160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Creemos que la gente necesita más productos dedicados específicamente a este mercado especializado</a:t>
            </a:r>
          </a:p>
        </p:txBody>
      </p:sp>
      <p:sp>
        <p:nvSpPr>
          <p:cNvPr id="44" name="Marcador de texto 43">
            <a:extLst>
              <a:ext uri="{FF2B5EF4-FFF2-40B4-BE49-F238E27FC236}">
                <a16:creationId xmlns:a16="http://schemas.microsoft.com/office/drawing/2014/main" id="{08BF14CB-16F9-4C81-89C6-D1803D9FF6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3529" y="3400925"/>
            <a:ext cx="2692240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Diseño</a:t>
            </a:r>
          </a:p>
        </p:txBody>
      </p:sp>
      <p:sp>
        <p:nvSpPr>
          <p:cNvPr id="45" name="Marcador de texto 44">
            <a:extLst>
              <a:ext uri="{FF2B5EF4-FFF2-40B4-BE49-F238E27FC236}">
                <a16:creationId xmlns:a16="http://schemas.microsoft.com/office/drawing/2014/main" id="{BF20205F-2E3B-455D-AD51-19DBA042B69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063529" y="3749098"/>
            <a:ext cx="2692240" cy="14160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Simple y fácil de usar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E0E4B4A-B5D3-478E-8BA4-CF2034B52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7569EA-9732-4A17-BF57-C64DBC5B9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8</a:t>
            </a:fld>
            <a:endParaRPr lang="es-ES"/>
          </a:p>
        </p:txBody>
      </p:sp>
      <p:sp>
        <p:nvSpPr>
          <p:cNvPr id="35" name="Marcador de fecha 34">
            <a:extLst>
              <a:ext uri="{FF2B5EF4-FFF2-40B4-BE49-F238E27FC236}">
                <a16:creationId xmlns:a16="http://schemas.microsoft.com/office/drawing/2014/main" id="{34FB5AB1-B6AF-48F2-8193-1762B21100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2E4A9E0-B9B8-477E-BAB2-C435AE05A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668225" y="2771218"/>
            <a:ext cx="65900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lipse 12">
            <a:extLst>
              <a:ext uri="{FF2B5EF4-FFF2-40B4-BE49-F238E27FC236}">
                <a16:creationId xmlns:a16="http://schemas.microsoft.com/office/drawing/2014/main" id="{4D367819-9C54-4A3B-90AC-2B4EEEBCC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95812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5EB2FC54-BDCC-433E-9F5F-4479FEC4C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69077" y="2471644"/>
            <a:ext cx="599148" cy="599148"/>
          </a:xfrm>
          <a:prstGeom prst="rect">
            <a:avLst/>
          </a:prstGeom>
        </p:spPr>
      </p:pic>
      <p:sp>
        <p:nvSpPr>
          <p:cNvPr id="15" name="Elipse 14">
            <a:extLst>
              <a:ext uri="{FF2B5EF4-FFF2-40B4-BE49-F238E27FC236}">
                <a16:creationId xmlns:a16="http://schemas.microsoft.com/office/drawing/2014/main" id="{FF42323A-F1D2-482E-AE8B-36FC42FCE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44821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4F06236B-DDE6-47A9-8020-9F1D55DB8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8086" y="2471644"/>
            <a:ext cx="599148" cy="599148"/>
          </a:xfrm>
          <a:prstGeom prst="rect">
            <a:avLst/>
          </a:prstGeom>
        </p:spPr>
      </p:pic>
      <p:sp>
        <p:nvSpPr>
          <p:cNvPr id="17" name="Elipse 16">
            <a:extLst>
              <a:ext uri="{FF2B5EF4-FFF2-40B4-BE49-F238E27FC236}">
                <a16:creationId xmlns:a16="http://schemas.microsoft.com/office/drawing/2014/main" id="{CD56C48C-948A-41FB-A293-F6907B59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6810" y="2298379"/>
            <a:ext cx="945678" cy="94567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9228EBB1-292A-4381-80B0-8545A1B57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0075" y="2471644"/>
            <a:ext cx="599148" cy="599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26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ítulo 45">
            <a:extLst>
              <a:ext uri="{FF2B5EF4-FFF2-40B4-BE49-F238E27FC236}">
                <a16:creationId xmlns:a16="http://schemas.microsoft.com/office/drawing/2014/main" id="{33E47C41-D39A-4245-A7A3-ED0AB8507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2994" y="1380501"/>
            <a:ext cx="7151038" cy="99168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Información general sobre oportunidades comerciales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5B0169F7-C655-419A-837E-361F2B2148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2337" y="3400981"/>
            <a:ext cx="2693128" cy="991689"/>
          </a:xfrm>
        </p:spPr>
        <p:txBody>
          <a:bodyPr rtlCol="0"/>
          <a:lstStyle>
            <a:defPPr>
              <a:defRPr lang="es-ES"/>
            </a:defPPr>
          </a:lstStyle>
          <a:p>
            <a:pPr lvl="0" rtl="0"/>
            <a:r>
              <a:rPr lang="es-ES" sz="3000" dirty="0"/>
              <a:t>3000 M €</a:t>
            </a:r>
          </a:p>
        </p:txBody>
      </p:sp>
      <p:sp>
        <p:nvSpPr>
          <p:cNvPr id="24" name="Marcador de texto 23">
            <a:extLst>
              <a:ext uri="{FF2B5EF4-FFF2-40B4-BE49-F238E27FC236}">
                <a16:creationId xmlns:a16="http://schemas.microsoft.com/office/drawing/2014/main" id="{3686A163-9DC0-4062-B9F2-7356DCF3AE6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92336" y="4670980"/>
            <a:ext cx="2693129" cy="140030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Oportunidad de crecer</a:t>
            </a:r>
          </a:p>
          <a:p>
            <a:pPr rtl="0"/>
            <a:r>
              <a:rPr lang="es-ES" dirty="0"/>
              <a:t>Mercado totalmente inclusivo</a:t>
            </a:r>
          </a:p>
          <a:p>
            <a:pPr rtl="0"/>
            <a:r>
              <a:rPr lang="es-ES" dirty="0"/>
              <a:t>Mercado total accesible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A6CE42C0-A515-44EB-BC74-1BABB144F8A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87933" y="3400981"/>
            <a:ext cx="2693128" cy="99168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/>
              <a:t>1000 M €</a:t>
            </a:r>
          </a:p>
        </p:txBody>
      </p:sp>
      <p:sp>
        <p:nvSpPr>
          <p:cNvPr id="49" name="Marcador de texto 48">
            <a:extLst>
              <a:ext uri="{FF2B5EF4-FFF2-40B4-BE49-F238E27FC236}">
                <a16:creationId xmlns:a16="http://schemas.microsoft.com/office/drawing/2014/main" id="{8AF842C8-A5D3-45DC-A744-72AF8C8786B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87931" y="4670980"/>
            <a:ext cx="2693129" cy="140030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Libertad para inventar</a:t>
            </a:r>
          </a:p>
          <a:p>
            <a:pPr rtl="0"/>
            <a:r>
              <a:rPr lang="es-ES"/>
              <a:t>Mercado inclusivo de forma selectiva</a:t>
            </a:r>
          </a:p>
          <a:p>
            <a:pPr rtl="0"/>
            <a:r>
              <a:rPr lang="es-ES"/>
              <a:t>Mercado disponible útil</a:t>
            </a:r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8182F801-E17C-4A69-AD17-239F51B8AA2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83530" y="3400981"/>
            <a:ext cx="2693128" cy="99168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/>
              <a:t>2000 M €</a:t>
            </a:r>
          </a:p>
        </p:txBody>
      </p:sp>
      <p:sp>
        <p:nvSpPr>
          <p:cNvPr id="51" name="Marcador de texto 50">
            <a:extLst>
              <a:ext uri="{FF2B5EF4-FFF2-40B4-BE49-F238E27FC236}">
                <a16:creationId xmlns:a16="http://schemas.microsoft.com/office/drawing/2014/main" id="{1FD9BD1C-061E-444C-9C04-891206C401D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83528" y="4670980"/>
            <a:ext cx="2693129" cy="140030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Pocos competidores</a:t>
            </a:r>
          </a:p>
          <a:p>
            <a:pPr rtl="0"/>
            <a:r>
              <a:rPr lang="es-ES"/>
              <a:t>Mercado dirigido a un público específico</a:t>
            </a:r>
          </a:p>
          <a:p>
            <a:pPr rtl="0"/>
            <a:r>
              <a:rPr lang="es-ES"/>
              <a:t>Mercado obtenible útil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A25CFF5-858C-4164-9FC5-90CD21240E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7C97396-5C5E-4112-B44F-BAEFC9E0A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9</a:t>
            </a:fld>
            <a:endParaRPr lang="es-ES"/>
          </a:p>
        </p:txBody>
      </p:sp>
      <p:sp>
        <p:nvSpPr>
          <p:cNvPr id="347" name="Marcador de fecha 346">
            <a:extLst>
              <a:ext uri="{FF2B5EF4-FFF2-40B4-BE49-F238E27FC236}">
                <a16:creationId xmlns:a16="http://schemas.microsoft.com/office/drawing/2014/main" id="{02F3D276-B9E7-4EE4-929B-A726A0D5DC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645F8A3-F409-4E82-902F-3686B4C01A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81114" y="4533900"/>
            <a:ext cx="184948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24785493-3983-4D5B-89C1-18CAAE0A8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676709" y="4533900"/>
            <a:ext cx="184948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CEE9FFB6-DC81-4156-AEF7-2BDD543C8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572306" y="4533900"/>
            <a:ext cx="184948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613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>
            <a:extLst>
              <a:ext uri="{FF2B5EF4-FFF2-40B4-BE49-F238E27FC236}">
                <a16:creationId xmlns:a16="http://schemas.microsoft.com/office/drawing/2014/main" id="{8FA1AC37-B920-4C0A-855F-E5667B422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4756" y="1377876"/>
            <a:ext cx="7167514" cy="91837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Comparativa de oportunidades comerciales</a:t>
            </a:r>
            <a:br>
              <a:rPr lang="es-ES" dirty="0"/>
            </a:br>
            <a:endParaRPr lang="es-ES" dirty="0"/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1CA48589-52FD-4824-BF19-224A2E273F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46426" y="2724048"/>
            <a:ext cx="2575048" cy="10723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dirty="0"/>
              <a:t>3 000 M €</a:t>
            </a:r>
          </a:p>
        </p:txBody>
      </p:sp>
      <p:sp>
        <p:nvSpPr>
          <p:cNvPr id="35" name="Marcador de texto 34">
            <a:extLst>
              <a:ext uri="{FF2B5EF4-FFF2-40B4-BE49-F238E27FC236}">
                <a16:creationId xmlns:a16="http://schemas.microsoft.com/office/drawing/2014/main" id="{9D042FA2-80BA-4099-BC0A-A1C43A3BC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267209" y="2930881"/>
            <a:ext cx="3639904" cy="38774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Oportunidad de crear</a:t>
            </a:r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89ED8224-AD26-4331-B8E0-5E0DB51640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267209" y="3282057"/>
            <a:ext cx="3639904" cy="48178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Ingresos durante 12 meses</a:t>
            </a:r>
          </a:p>
        </p:txBody>
      </p:sp>
      <p:sp>
        <p:nvSpPr>
          <p:cNvPr id="125" name="Marcador de texto 124">
            <a:extLst>
              <a:ext uri="{FF2B5EF4-FFF2-40B4-BE49-F238E27FC236}">
                <a16:creationId xmlns:a16="http://schemas.microsoft.com/office/drawing/2014/main" id="{28DAD8FC-A8D5-47E3-A7B9-0D4AC6B9198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46426" y="3882118"/>
            <a:ext cx="2575048" cy="10723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dirty="0"/>
              <a:t>2 000 M €</a:t>
            </a:r>
          </a:p>
        </p:txBody>
      </p:sp>
      <p:sp>
        <p:nvSpPr>
          <p:cNvPr id="159" name="Marcador de texto 158">
            <a:extLst>
              <a:ext uri="{FF2B5EF4-FFF2-40B4-BE49-F238E27FC236}">
                <a16:creationId xmlns:a16="http://schemas.microsoft.com/office/drawing/2014/main" id="{9BE337EA-F500-4A54-BFED-61886EF9F7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67209" y="4097257"/>
            <a:ext cx="3639905" cy="38774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Libertad para inventar</a:t>
            </a:r>
          </a:p>
        </p:txBody>
      </p:sp>
      <p:sp>
        <p:nvSpPr>
          <p:cNvPr id="160" name="Marcador de texto 159">
            <a:extLst>
              <a:ext uri="{FF2B5EF4-FFF2-40B4-BE49-F238E27FC236}">
                <a16:creationId xmlns:a16="http://schemas.microsoft.com/office/drawing/2014/main" id="{55622651-7802-488B-BD31-0AB8ED0CD3E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67209" y="4448433"/>
            <a:ext cx="3639905" cy="48178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Cuota de mercado</a:t>
            </a:r>
          </a:p>
        </p:txBody>
      </p:sp>
      <p:sp>
        <p:nvSpPr>
          <p:cNvPr id="194" name="Marcador de texto 193">
            <a:extLst>
              <a:ext uri="{FF2B5EF4-FFF2-40B4-BE49-F238E27FC236}">
                <a16:creationId xmlns:a16="http://schemas.microsoft.com/office/drawing/2014/main" id="{D1A056C5-B103-4338-9B8D-9EED354280F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746426" y="5046627"/>
            <a:ext cx="2575048" cy="10723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dirty="0"/>
              <a:t>1 000 M €</a:t>
            </a:r>
          </a:p>
        </p:txBody>
      </p:sp>
      <p:sp>
        <p:nvSpPr>
          <p:cNvPr id="209" name="Marcador de texto 208">
            <a:extLst>
              <a:ext uri="{FF2B5EF4-FFF2-40B4-BE49-F238E27FC236}">
                <a16:creationId xmlns:a16="http://schemas.microsoft.com/office/drawing/2014/main" id="{A4FFE943-298E-4CF4-BA89-7378291F712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258730" y="5267189"/>
            <a:ext cx="3639905" cy="38774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Pocos competidores</a:t>
            </a:r>
          </a:p>
        </p:txBody>
      </p:sp>
      <p:sp>
        <p:nvSpPr>
          <p:cNvPr id="210" name="Marcador de texto 209">
            <a:extLst>
              <a:ext uri="{FF2B5EF4-FFF2-40B4-BE49-F238E27FC236}">
                <a16:creationId xmlns:a16="http://schemas.microsoft.com/office/drawing/2014/main" id="{8EC4802F-F2B0-43C0-A6C4-7B8C3D2EC6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58730" y="5618365"/>
            <a:ext cx="3639905" cy="48178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Mercado obtenible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1D619512-A1D4-44AD-8188-F1687FC50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A73ED8FD-6B33-4E5E-8834-826A2D14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EA145A6-660C-42A7-85AF-AF42E3C0A892}" type="slidenum">
              <a:rPr lang="es-ES" smtClean="0"/>
              <a:pPr/>
              <a:t>10</a:t>
            </a:fld>
            <a:endParaRPr lang="es-ES" dirty="0"/>
          </a:p>
        </p:txBody>
      </p:sp>
      <p:sp>
        <p:nvSpPr>
          <p:cNvPr id="152" name="Marcador de fecha 151">
            <a:extLst>
              <a:ext uri="{FF2B5EF4-FFF2-40B4-BE49-F238E27FC236}">
                <a16:creationId xmlns:a16="http://schemas.microsoft.com/office/drawing/2014/main" id="{2ED32D40-BFA8-4674-A900-4CD4235C1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F1A28D05-5C71-4FBA-9474-A7CAFC47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093041" y="2866217"/>
            <a:ext cx="0" cy="788007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4B9F7893-7745-4F9F-B234-06EB10A6B1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093041" y="4024379"/>
            <a:ext cx="0" cy="788007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CF12FC67-38A7-4EBE-AC1E-0DC78A142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093041" y="5182542"/>
            <a:ext cx="0" cy="788007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2888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ítulo 34">
            <a:extLst>
              <a:ext uri="{FF2B5EF4-FFF2-40B4-BE49-F238E27FC236}">
                <a16:creationId xmlns:a16="http://schemas.microsoft.com/office/drawing/2014/main" id="{8ABCBBC9-D2F7-48B4-9184-C97F03837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082" y="2232234"/>
            <a:ext cx="7323836" cy="74375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Nuestra competencia</a:t>
            </a:r>
          </a:p>
        </p:txBody>
      </p:sp>
      <p:sp>
        <p:nvSpPr>
          <p:cNvPr id="48" name="Marcador de texto 47">
            <a:extLst>
              <a:ext uri="{FF2B5EF4-FFF2-40B4-BE49-F238E27FC236}">
                <a16:creationId xmlns:a16="http://schemas.microsoft.com/office/drawing/2014/main" id="{341596F3-38C6-448D-A0C5-24A7126792C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469369" y="3317783"/>
            <a:ext cx="4172533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Contoso</a:t>
            </a:r>
          </a:p>
        </p:txBody>
      </p:sp>
      <p:sp>
        <p:nvSpPr>
          <p:cNvPr id="39" name="Marcador de texto 38">
            <a:extLst>
              <a:ext uri="{FF2B5EF4-FFF2-40B4-BE49-F238E27FC236}">
                <a16:creationId xmlns:a16="http://schemas.microsoft.com/office/drawing/2014/main" id="{17B27968-7017-4680-8585-A31AFCFC0A6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469369" y="3651424"/>
            <a:ext cx="4172533" cy="232965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El precio de nuestro producto es inferior al de otras empresas del mercado</a:t>
            </a:r>
          </a:p>
          <a:p>
            <a:pPr rtl="0"/>
            <a:r>
              <a:rPr lang="es-ES"/>
              <a:t>El diseño es sencillo y fácil de usar, en comparación con los diseños complejos de los competidores.</a:t>
            </a:r>
          </a:p>
          <a:p>
            <a:pPr rtl="0"/>
            <a:r>
              <a:rPr lang="es-ES"/>
              <a:t>La asequibilidad es el principal motivo para que nuestros consumidores puedan usar nuestro producto</a:t>
            </a:r>
          </a:p>
          <a:p>
            <a:pPr rtl="0"/>
            <a:endParaRPr lang="es-ES"/>
          </a:p>
        </p:txBody>
      </p:sp>
      <p:sp>
        <p:nvSpPr>
          <p:cNvPr id="59" name="Marcador de texto 58">
            <a:extLst>
              <a:ext uri="{FF2B5EF4-FFF2-40B4-BE49-F238E27FC236}">
                <a16:creationId xmlns:a16="http://schemas.microsoft.com/office/drawing/2014/main" id="{4CF89924-6561-4076-8640-DB03DB6B7D2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72448" y="3317783"/>
            <a:ext cx="4172533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competidores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20CCA77E-34EA-4061-ABAB-6C8BBBAD5E9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72448" y="3651424"/>
            <a:ext cx="4172533" cy="232965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Empresa A</a:t>
            </a:r>
            <a:br>
              <a:rPr lang="es-ES"/>
            </a:br>
            <a:r>
              <a:rPr lang="es-ES"/>
              <a:t>El producto es más caro.</a:t>
            </a:r>
          </a:p>
          <a:p>
            <a:pPr rtl="0"/>
            <a:r>
              <a:rPr lang="es-ES"/>
              <a:t>Empresas B y C</a:t>
            </a:r>
            <a:br>
              <a:rPr lang="es-ES"/>
            </a:br>
            <a:r>
              <a:rPr lang="es-ES"/>
              <a:t>El producto es costoso e incómodo de usar.</a:t>
            </a:r>
          </a:p>
          <a:p>
            <a:pPr rtl="0"/>
            <a:r>
              <a:rPr lang="es-ES"/>
              <a:t>Empresas D y E</a:t>
            </a:r>
            <a:br>
              <a:rPr lang="es-ES"/>
            </a:br>
            <a:r>
              <a:rPr lang="es-ES"/>
              <a:t>El producto es asequible, pero incómodo de usar</a:t>
            </a:r>
          </a:p>
        </p:txBody>
      </p:sp>
      <p:sp>
        <p:nvSpPr>
          <p:cNvPr id="43" name="Marcador de pie de página 42">
            <a:extLst>
              <a:ext uri="{FF2B5EF4-FFF2-40B4-BE49-F238E27FC236}">
                <a16:creationId xmlns:a16="http://schemas.microsoft.com/office/drawing/2014/main" id="{202891BF-DCB2-480A-BAB9-0C3CDD92B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4" name="Marcador de número de diapositiva 43">
            <a:extLst>
              <a:ext uri="{FF2B5EF4-FFF2-40B4-BE49-F238E27FC236}">
                <a16:creationId xmlns:a16="http://schemas.microsoft.com/office/drawing/2014/main" id="{99A1ED1C-790E-44E3-B2F4-DE91FE038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11</a:t>
            </a:fld>
            <a:endParaRPr lang="es-ES"/>
          </a:p>
        </p:txBody>
      </p:sp>
      <p:sp>
        <p:nvSpPr>
          <p:cNvPr id="18" name="Marcador de fecha 17">
            <a:extLst>
              <a:ext uri="{FF2B5EF4-FFF2-40B4-BE49-F238E27FC236}">
                <a16:creationId xmlns:a16="http://schemas.microsoft.com/office/drawing/2014/main" id="{730335FD-83D9-40F9-BCF7-E66D50AA1D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4086334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ipse 15">
            <a:extLst>
              <a:ext uri="{FF2B5EF4-FFF2-40B4-BE49-F238E27FC236}">
                <a16:creationId xmlns:a16="http://schemas.microsoft.com/office/drawing/2014/main" id="{319B9FFB-0977-4525-8A44-982CB03E8F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13820" y="2123274"/>
            <a:ext cx="1002380" cy="1002380"/>
          </a:xfrm>
          <a:prstGeom prst="ellipse">
            <a:avLst/>
          </a:pr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B82F7667-6964-4684-A3BD-F37CCB6F5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50312" y="4204682"/>
            <a:ext cx="1002380" cy="1002380"/>
          </a:xfrm>
          <a:prstGeom prst="ellipse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39BF04E-4802-4FB1-8AD8-B559526E38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12835" y="4379153"/>
            <a:ext cx="1002380" cy="1002380"/>
          </a:xfrm>
          <a:prstGeom prst="ellipse">
            <a:avLst/>
          </a:prstGeom>
          <a:noFill/>
          <a:ln w="19050">
            <a:solidFill>
              <a:schemeClr val="accent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A285C500-FA8C-47EB-A9D6-D73CEC783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27802" y="4066610"/>
            <a:ext cx="1002380" cy="1002380"/>
          </a:xfrm>
          <a:prstGeom prst="ellips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C8F4A0-5A3F-4793-948C-37C7F63BA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76945" y="4940495"/>
            <a:ext cx="1002380" cy="1002380"/>
          </a:xfrm>
          <a:prstGeom prst="ellipse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CEFDAC96-A13C-45C8-85D9-E76C3F073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04833" y="1861234"/>
            <a:ext cx="1584471" cy="1584471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66" name="Título 65">
            <a:extLst>
              <a:ext uri="{FF2B5EF4-FFF2-40B4-BE49-F238E27FC236}">
                <a16:creationId xmlns:a16="http://schemas.microsoft.com/office/drawing/2014/main" id="{2064AD79-FC3F-4ACB-9FCC-5DB4E1A36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107" y="501519"/>
            <a:ext cx="10515600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noProof="0" dirty="0"/>
              <a:t>Gráfico de competencia</a:t>
            </a:r>
            <a:br>
              <a:rPr lang="es-ES" dirty="0"/>
            </a:br>
            <a:endParaRPr lang="es-ES" dirty="0"/>
          </a:p>
        </p:txBody>
      </p:sp>
      <p:sp>
        <p:nvSpPr>
          <p:cNvPr id="33" name="Marcador de texto 32">
            <a:extLst>
              <a:ext uri="{FF2B5EF4-FFF2-40B4-BE49-F238E27FC236}">
                <a16:creationId xmlns:a16="http://schemas.microsoft.com/office/drawing/2014/main" id="{778AC672-B3A8-4818-A2DD-4AC4E09C211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27206" y="1599947"/>
            <a:ext cx="1706965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práctico</a:t>
            </a:r>
          </a:p>
        </p:txBody>
      </p:sp>
      <p:sp>
        <p:nvSpPr>
          <p:cNvPr id="107" name="Marcador de texto 106">
            <a:extLst>
              <a:ext uri="{FF2B5EF4-FFF2-40B4-BE49-F238E27FC236}">
                <a16:creationId xmlns:a16="http://schemas.microsoft.com/office/drawing/2014/main" id="{D03D5EA3-71CF-48D3-9275-FD6D80F0218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423421" y="2378452"/>
            <a:ext cx="1183179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F4EE2917-789E-49D4-B116-1CFBDB471D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43586" y="2129182"/>
            <a:ext cx="1706965" cy="104857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Contoso</a:t>
            </a:r>
          </a:p>
        </p:txBody>
      </p:sp>
      <p:sp>
        <p:nvSpPr>
          <p:cNvPr id="31" name="Marcador de texto 30">
            <a:extLst>
              <a:ext uri="{FF2B5EF4-FFF2-40B4-BE49-F238E27FC236}">
                <a16:creationId xmlns:a16="http://schemas.microsoft.com/office/drawing/2014/main" id="{926BA2DA-C2D4-4602-A901-B6642B65001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499286" y="3528829"/>
            <a:ext cx="944256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caro</a:t>
            </a:r>
          </a:p>
        </p:txBody>
      </p:sp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09D3632F-CFE2-4072-8A8C-DF1D84B0A5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31018" y="3528829"/>
            <a:ext cx="1380681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asequible</a:t>
            </a:r>
          </a:p>
        </p:txBody>
      </p:sp>
      <p:sp>
        <p:nvSpPr>
          <p:cNvPr id="119" name="Marcador de texto 118">
            <a:extLst>
              <a:ext uri="{FF2B5EF4-FFF2-40B4-BE49-F238E27FC236}">
                <a16:creationId xmlns:a16="http://schemas.microsoft.com/office/drawing/2014/main" id="{0F7C41D5-D65D-452F-93E8-B49828DD85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22436" y="4634331"/>
            <a:ext cx="1183179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</a:t>
            </a:r>
          </a:p>
        </p:txBody>
      </p:sp>
      <p:sp>
        <p:nvSpPr>
          <p:cNvPr id="118" name="Marcador de texto 117">
            <a:extLst>
              <a:ext uri="{FF2B5EF4-FFF2-40B4-BE49-F238E27FC236}">
                <a16:creationId xmlns:a16="http://schemas.microsoft.com/office/drawing/2014/main" id="{F91DCB5A-57D3-4EBF-A9A1-B708D2A1340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59913" y="4459860"/>
            <a:ext cx="1183179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B</a:t>
            </a:r>
          </a:p>
        </p:txBody>
      </p:sp>
      <p:sp>
        <p:nvSpPr>
          <p:cNvPr id="120" name="Marcador de texto 119">
            <a:extLst>
              <a:ext uri="{FF2B5EF4-FFF2-40B4-BE49-F238E27FC236}">
                <a16:creationId xmlns:a16="http://schemas.microsoft.com/office/drawing/2014/main" id="{8C60C4A6-41AD-4FB6-A2B5-385108B9D92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237403" y="4321788"/>
            <a:ext cx="1183179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D</a:t>
            </a:r>
          </a:p>
        </p:txBody>
      </p:sp>
      <p:sp>
        <p:nvSpPr>
          <p:cNvPr id="34" name="Marcador de texto 33">
            <a:extLst>
              <a:ext uri="{FF2B5EF4-FFF2-40B4-BE49-F238E27FC236}">
                <a16:creationId xmlns:a16="http://schemas.microsoft.com/office/drawing/2014/main" id="{DD0E0121-9CF8-404E-ACC6-53AFD861FE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27206" y="5468790"/>
            <a:ext cx="1706965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Inconveniente</a:t>
            </a:r>
          </a:p>
        </p:txBody>
      </p:sp>
      <p:sp>
        <p:nvSpPr>
          <p:cNvPr id="121" name="Marcador de texto 120">
            <a:extLst>
              <a:ext uri="{FF2B5EF4-FFF2-40B4-BE49-F238E27FC236}">
                <a16:creationId xmlns:a16="http://schemas.microsoft.com/office/drawing/2014/main" id="{7B873056-ABAF-409E-9B1F-8C0284480F9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86546" y="5195673"/>
            <a:ext cx="1183179" cy="4920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D96604-7FB5-4F50-A96E-4386473A5A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6D13EE-70A1-4778-AF2D-A9A1C2D8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12</a:t>
            </a:fld>
            <a:endParaRPr lang="es-ES" dirty="0"/>
          </a:p>
        </p:txBody>
      </p:sp>
      <p:sp>
        <p:nvSpPr>
          <p:cNvPr id="19" name="Marcador de fecha 18">
            <a:extLst>
              <a:ext uri="{FF2B5EF4-FFF2-40B4-BE49-F238E27FC236}">
                <a16:creationId xmlns:a16="http://schemas.microsoft.com/office/drawing/2014/main" id="{4F174361-981D-49E5-B0D5-8F14C3C47F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250618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lipse 12">
            <a:extLst>
              <a:ext uri="{FF2B5EF4-FFF2-40B4-BE49-F238E27FC236}">
                <a16:creationId xmlns:a16="http://schemas.microsoft.com/office/drawing/2014/main" id="{B5DCDD26-2EBE-4DA1-88E6-739CC32AA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85301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9105DC8A-F469-4525-9B35-A48C39C67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05343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3532D8B-A149-411A-B087-EBA1EE6C6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49019" y="2994608"/>
            <a:ext cx="1584471" cy="1584471"/>
          </a:xfrm>
          <a:prstGeom prst="ellipse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53" name="Título 52">
            <a:extLst>
              <a:ext uri="{FF2B5EF4-FFF2-40B4-BE49-F238E27FC236}">
                <a16:creationId xmlns:a16="http://schemas.microsoft.com/office/drawing/2014/main" id="{24046B9E-C52D-4466-AE77-E724F5B08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1420" y="1158710"/>
            <a:ext cx="7537510" cy="67778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Estrategia de crecimiento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628F2B12-A6FB-49BB-8D11-55B45902D3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19730" y="1836492"/>
            <a:ext cx="5152539" cy="71845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Cómo creceremos en el futuro</a:t>
            </a:r>
          </a:p>
        </p:txBody>
      </p:sp>
      <p:sp>
        <p:nvSpPr>
          <p:cNvPr id="31" name="Marcador de texto 30">
            <a:extLst>
              <a:ext uri="{FF2B5EF4-FFF2-40B4-BE49-F238E27FC236}">
                <a16:creationId xmlns:a16="http://schemas.microsoft.com/office/drawing/2014/main" id="{5B9D383F-A60F-4C89-8A00-CF569497000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833290" y="3262556"/>
            <a:ext cx="1706965" cy="104857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Feb de </a:t>
            </a:r>
            <a:br>
              <a:rPr lang="es-ES" dirty="0"/>
            </a:br>
            <a:r>
              <a:rPr lang="es-ES" dirty="0"/>
              <a:t>20xx</a:t>
            </a:r>
          </a:p>
        </p:txBody>
      </p:sp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1F406394-948C-4B32-9F32-893A9CDFB90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053332" y="3262556"/>
            <a:ext cx="1706965" cy="104857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May de 20xx</a:t>
            </a:r>
          </a:p>
        </p:txBody>
      </p:sp>
      <p:sp>
        <p:nvSpPr>
          <p:cNvPr id="33" name="Marcador de texto 32">
            <a:extLst>
              <a:ext uri="{FF2B5EF4-FFF2-40B4-BE49-F238E27FC236}">
                <a16:creationId xmlns:a16="http://schemas.microsoft.com/office/drawing/2014/main" id="{00564ED2-7D0C-49B7-ABB1-6D7E498CD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97008" y="3262556"/>
            <a:ext cx="1706965" cy="104857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Oct de 20xx</a:t>
            </a:r>
          </a:p>
        </p:txBody>
      </p:sp>
      <p:sp>
        <p:nvSpPr>
          <p:cNvPr id="58" name="Marcador de texto 57">
            <a:extLst>
              <a:ext uri="{FF2B5EF4-FFF2-40B4-BE49-F238E27FC236}">
                <a16:creationId xmlns:a16="http://schemas.microsoft.com/office/drawing/2014/main" id="{D4D6CB0C-A7D9-4409-AB5D-E136D3307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62028" y="4704557"/>
            <a:ext cx="2431015" cy="11489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Implementar el producto en participantes de alto perfil o nivel para ayudar a establecer el producto</a:t>
            </a:r>
          </a:p>
        </p:txBody>
      </p:sp>
      <p:sp>
        <p:nvSpPr>
          <p:cNvPr id="59" name="Marcador de texto 58">
            <a:extLst>
              <a:ext uri="{FF2B5EF4-FFF2-40B4-BE49-F238E27FC236}">
                <a16:creationId xmlns:a16="http://schemas.microsoft.com/office/drawing/2014/main" id="{C57077DD-31D5-47C0-8A51-7084E938B94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691306" y="4704558"/>
            <a:ext cx="2431015" cy="11489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Lanzar el producto para el público general y supervisar las notas de prensa y las cuentas de redes sociales</a:t>
            </a:r>
          </a:p>
        </p:txBody>
      </p:sp>
      <p:sp>
        <p:nvSpPr>
          <p:cNvPr id="60" name="Marcador de texto 59">
            <a:extLst>
              <a:ext uri="{FF2B5EF4-FFF2-40B4-BE49-F238E27FC236}">
                <a16:creationId xmlns:a16="http://schemas.microsoft.com/office/drawing/2014/main" id="{E7D0D0D6-1ED1-462C-B06F-D055EA885C5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834982" y="4704557"/>
            <a:ext cx="2431015" cy="114894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Recopilar comentarios y ajustar el diseño del producto según sea necesario</a:t>
            </a:r>
          </a:p>
        </p:txBody>
      </p:sp>
      <p:sp>
        <p:nvSpPr>
          <p:cNvPr id="24" name="Marcador de pie de página 23">
            <a:extLst>
              <a:ext uri="{FF2B5EF4-FFF2-40B4-BE49-F238E27FC236}">
                <a16:creationId xmlns:a16="http://schemas.microsoft.com/office/drawing/2014/main" id="{4A4EFB0B-EDB6-4E5D-BD82-B6F5A96E2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25" name="Marcador de número de diapositiva 24">
            <a:extLst>
              <a:ext uri="{FF2B5EF4-FFF2-40B4-BE49-F238E27FC236}">
                <a16:creationId xmlns:a16="http://schemas.microsoft.com/office/drawing/2014/main" id="{97A7A317-65B9-416D-A896-F174F465E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13</a:t>
            </a:fld>
            <a:endParaRPr lang="es-ES"/>
          </a:p>
        </p:txBody>
      </p:sp>
      <p:sp>
        <p:nvSpPr>
          <p:cNvPr id="43" name="Marcador de fecha 42">
            <a:extLst>
              <a:ext uri="{FF2B5EF4-FFF2-40B4-BE49-F238E27FC236}">
                <a16:creationId xmlns:a16="http://schemas.microsoft.com/office/drawing/2014/main" id="{49E5435E-DE0A-40F6-A3B9-79B476E7F6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</a:p>
        </p:txBody>
      </p:sp>
    </p:spTree>
    <p:extLst>
      <p:ext uri="{BB962C8B-B14F-4D97-AF65-F5344CB8AC3E}">
        <p14:creationId xmlns:p14="http://schemas.microsoft.com/office/powerpoint/2010/main" val="991594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Título 977">
            <a:extLst>
              <a:ext uri="{FF2B5EF4-FFF2-40B4-BE49-F238E27FC236}">
                <a16:creationId xmlns:a16="http://schemas.microsoft.com/office/drawing/2014/main" id="{97E8AD1C-83FE-43D6-93CF-EF82BAE4A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6975" y="1144939"/>
            <a:ext cx="5473874" cy="687833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Avance</a:t>
            </a:r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09015563-070E-44B6-A631-0F7B138A49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19730" y="1836492"/>
            <a:ext cx="5152539" cy="718457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Previsión de éxito</a:t>
            </a:r>
          </a:p>
        </p:txBody>
      </p:sp>
      <p:sp>
        <p:nvSpPr>
          <p:cNvPr id="259" name="Marcador de texto 258">
            <a:extLst>
              <a:ext uri="{FF2B5EF4-FFF2-40B4-BE49-F238E27FC236}">
                <a16:creationId xmlns:a16="http://schemas.microsoft.com/office/drawing/2014/main" id="{4E3CE8A3-706A-4699-B699-A35574C8DBC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63991" y="2822318"/>
            <a:ext cx="3574251" cy="44876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Métricas clave</a:t>
            </a:r>
          </a:p>
        </p:txBody>
      </p:sp>
      <p:graphicFrame>
        <p:nvGraphicFramePr>
          <p:cNvPr id="184" name="Marcador de contenido 183">
            <a:extLst>
              <a:ext uri="{FF2B5EF4-FFF2-40B4-BE49-F238E27FC236}">
                <a16:creationId xmlns:a16="http://schemas.microsoft.com/office/drawing/2014/main" id="{2CBA1468-16B3-47C8-8E78-70050847C43F}"/>
              </a:ext>
            </a:extLst>
          </p:cNvPr>
          <p:cNvGraphicFramePr>
            <a:graphicFrameLocks noGrp="1"/>
          </p:cNvGraphicFramePr>
          <p:nvPr>
            <p:ph sz="quarter" idx="32"/>
            <p:extLst>
              <p:ext uri="{D42A27DB-BD31-4B8C-83A1-F6EECF244321}">
                <p14:modId xmlns:p14="http://schemas.microsoft.com/office/powerpoint/2010/main" val="631860495"/>
              </p:ext>
            </p:extLst>
          </p:nvPr>
        </p:nvGraphicFramePr>
        <p:xfrm>
          <a:off x="866775" y="3333750"/>
          <a:ext cx="4390269" cy="2636373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801999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821820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845808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937688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  <a:gridCol w="982954">
                  <a:extLst>
                    <a:ext uri="{9D8B030D-6E8A-4147-A177-3AD203B41FA5}">
                      <a16:colId xmlns:a16="http://schemas.microsoft.com/office/drawing/2014/main" val="1808496511"/>
                    </a:ext>
                  </a:extLst>
                </a:gridCol>
              </a:tblGrid>
              <a:tr h="498201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endParaRPr lang="es-ES" sz="1000" b="1" cap="all" spc="400" baseline="0" noProof="0" dirty="0">
                        <a:solidFill>
                          <a:schemeClr val="accent6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marL="78782" marR="78782" marT="39391" marB="39391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sz="10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clientes</a:t>
                      </a:r>
                    </a:p>
                  </a:txBody>
                  <a:tcPr marL="36000" marR="36000" marT="39391" marB="39391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sz="10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Pedidos</a:t>
                      </a:r>
                    </a:p>
                  </a:txBody>
                  <a:tcPr marL="36000" marR="36000" marT="39391" marB="39391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sz="10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Ingresos brutos</a:t>
                      </a:r>
                    </a:p>
                  </a:txBody>
                  <a:tcPr marL="36000" marR="36000" marT="39391" marB="39391"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sz="10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Ingresos netos</a:t>
                      </a:r>
                    </a:p>
                  </a:txBody>
                  <a:tcPr marL="78782" marR="78782" marT="39391" marB="39391"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5448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20XX​</a:t>
                      </a:r>
                    </a:p>
                  </a:txBody>
                  <a:tcPr marL="78782" marR="78782" marT="39391" marB="39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10​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1 100​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7.000 €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35448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20XX​</a:t>
                      </a:r>
                    </a:p>
                  </a:txBody>
                  <a:tcPr marL="78782" marR="78782" marT="39391" marB="39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16.000 €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382780"/>
                  </a:ext>
                </a:extLst>
              </a:tr>
              <a:tr h="35448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20XX​</a:t>
                      </a:r>
                    </a:p>
                  </a:txBody>
                  <a:tcPr marL="78782" marR="78782" marT="39391" marB="39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30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300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30.000 €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25.000 €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35448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20XX​</a:t>
                      </a:r>
                    </a:p>
                  </a:txBody>
                  <a:tcPr marL="78782" marR="78782" marT="39391" marB="39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40​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400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30.000 €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36572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20XX​</a:t>
                      </a:r>
                    </a:p>
                  </a:txBody>
                  <a:tcPr marL="78782" marR="78782" marT="39391" marB="39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50​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500​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50.000​ 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40.000 €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35448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20XX</a:t>
                      </a:r>
                    </a:p>
                  </a:txBody>
                  <a:tcPr marL="78782" marR="78782" marT="39391" marB="39391" anchor="ctr">
                    <a:noFill/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1 100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10.000 €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 fontAlgn="base"/>
                      <a:r>
                        <a:rPr lang="es-ES" sz="1000" b="0" i="0" noProof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7.000 </a:t>
                      </a:r>
                      <a:r>
                        <a:rPr lang="es-ES" sz="1000" b="0" i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€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</a:tbl>
          </a:graphicData>
        </a:graphic>
      </p:graphicFrame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25508E97-4AAC-4B93-BC54-AFF59B214CF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Ingresos por año</a:t>
            </a:r>
          </a:p>
        </p:txBody>
      </p:sp>
      <p:sp>
        <p:nvSpPr>
          <p:cNvPr id="778" name="Marcador de pie de página 777">
            <a:extLst>
              <a:ext uri="{FF2B5EF4-FFF2-40B4-BE49-F238E27FC236}">
                <a16:creationId xmlns:a16="http://schemas.microsoft.com/office/drawing/2014/main" id="{19834C9A-0F33-41A0-87C5-895769CD7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779" name="Marcador de número de diapositiva 778">
            <a:extLst>
              <a:ext uri="{FF2B5EF4-FFF2-40B4-BE49-F238E27FC236}">
                <a16:creationId xmlns:a16="http://schemas.microsoft.com/office/drawing/2014/main" id="{766B8C96-025A-4125-B64A-B90AECE1D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14</a:t>
            </a:fld>
            <a:endParaRPr lang="es-ES" dirty="0"/>
          </a:p>
        </p:txBody>
      </p:sp>
      <p:sp>
        <p:nvSpPr>
          <p:cNvPr id="960" name="Marcador de fecha 959">
            <a:extLst>
              <a:ext uri="{FF2B5EF4-FFF2-40B4-BE49-F238E27FC236}">
                <a16:creationId xmlns:a16="http://schemas.microsoft.com/office/drawing/2014/main" id="{AA069620-EBBB-45EF-B222-22B45D475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  <p:graphicFrame>
        <p:nvGraphicFramePr>
          <p:cNvPr id="30" name="Marcador de contenido 13" descr="Gráfico">
            <a:extLst>
              <a:ext uri="{FF2B5EF4-FFF2-40B4-BE49-F238E27FC236}">
                <a16:creationId xmlns:a16="http://schemas.microsoft.com/office/drawing/2014/main" id="{776AF5D3-23C6-406C-884A-E5C415BD94A2}"/>
              </a:ext>
            </a:extLst>
          </p:cNvPr>
          <p:cNvGraphicFramePr>
            <a:graphicFrameLocks noGrp="1"/>
          </p:cNvGraphicFramePr>
          <p:nvPr>
            <p:ph sz="quarter" idx="33"/>
            <p:extLst>
              <p:ext uri="{D42A27DB-BD31-4B8C-83A1-F6EECF244321}">
                <p14:modId xmlns:p14="http://schemas.microsoft.com/office/powerpoint/2010/main" val="69751754"/>
              </p:ext>
            </p:extLst>
          </p:nvPr>
        </p:nvGraphicFramePr>
        <p:xfrm>
          <a:off x="5980176" y="3333749"/>
          <a:ext cx="4999580" cy="3000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038399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Título 520">
            <a:extLst>
              <a:ext uri="{FF2B5EF4-FFF2-40B4-BE49-F238E27FC236}">
                <a16:creationId xmlns:a16="http://schemas.microsoft.com/office/drawing/2014/main" id="{75E89A79-8045-461F-B701-875D0FD4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698" y="512299"/>
            <a:ext cx="10515600" cy="72738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Plan de acción de dos años</a:t>
            </a:r>
          </a:p>
        </p:txBody>
      </p:sp>
      <p:sp>
        <p:nvSpPr>
          <p:cNvPr id="265" name="Marcador de texto 264">
            <a:extLst>
              <a:ext uri="{FF2B5EF4-FFF2-40B4-BE49-F238E27FC236}">
                <a16:creationId xmlns:a16="http://schemas.microsoft.com/office/drawing/2014/main" id="{80DEB6D2-1B7D-4DB3-B668-8D4711ADFCF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1992423" y="1780403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Borradores</a:t>
            </a:r>
          </a:p>
        </p:txBody>
      </p:sp>
      <p:sp>
        <p:nvSpPr>
          <p:cNvPr id="359" name="Marcador de texto 358">
            <a:extLst>
              <a:ext uri="{FF2B5EF4-FFF2-40B4-BE49-F238E27FC236}">
                <a16:creationId xmlns:a16="http://schemas.microsoft.com/office/drawing/2014/main" id="{24201780-B905-4CC0-A002-E052C967096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4360668" y="1780403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Hacer grupos de discusión</a:t>
            </a:r>
          </a:p>
        </p:txBody>
      </p:sp>
      <p:sp>
        <p:nvSpPr>
          <p:cNvPr id="360" name="Marcador de texto 359">
            <a:extLst>
              <a:ext uri="{FF2B5EF4-FFF2-40B4-BE49-F238E27FC236}">
                <a16:creationId xmlns:a16="http://schemas.microsoft.com/office/drawing/2014/main" id="{21E19E01-1E76-46A1-BFDD-F02550302CAB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8307743" y="1780403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Recopilar comentarios</a:t>
            </a:r>
          </a:p>
        </p:txBody>
      </p:sp>
      <p:sp>
        <p:nvSpPr>
          <p:cNvPr id="117" name="Marcador de texto 116">
            <a:extLst>
              <a:ext uri="{FF2B5EF4-FFF2-40B4-BE49-F238E27FC236}">
                <a16:creationId xmlns:a16="http://schemas.microsoft.com/office/drawing/2014/main" id="{E7989F67-1903-4A19-A106-F0EF1A1F509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5322" y="2436036"/>
            <a:ext cx="1194201" cy="5017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136CD9B0-0D33-483A-8178-E8D42A035C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37792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Enero</a:t>
            </a:r>
          </a:p>
        </p:txBody>
      </p:sp>
      <p:sp>
        <p:nvSpPr>
          <p:cNvPr id="22" name="Marcador de texto 21">
            <a:extLst>
              <a:ext uri="{FF2B5EF4-FFF2-40B4-BE49-F238E27FC236}">
                <a16:creationId xmlns:a16="http://schemas.microsoft.com/office/drawing/2014/main" id="{2C9AC3EB-BB29-45E4-B0F6-57C288376F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127207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Febrero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2659488C-2AB1-41CD-81A6-2CB1D89A0C2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16622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Marzo</a:t>
            </a:r>
          </a:p>
        </p:txBody>
      </p:sp>
      <p:sp>
        <p:nvSpPr>
          <p:cNvPr id="24" name="Marcador de texto 23">
            <a:extLst>
              <a:ext uri="{FF2B5EF4-FFF2-40B4-BE49-F238E27FC236}">
                <a16:creationId xmlns:a16="http://schemas.microsoft.com/office/drawing/2014/main" id="{A43C4ED9-1027-445A-A826-A807CFC0874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043647" y="2774313"/>
            <a:ext cx="495300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Abril</a:t>
            </a:r>
          </a:p>
        </p:txBody>
      </p:sp>
      <p:sp>
        <p:nvSpPr>
          <p:cNvPr id="25" name="Marcador de texto 24">
            <a:extLst>
              <a:ext uri="{FF2B5EF4-FFF2-40B4-BE49-F238E27FC236}">
                <a16:creationId xmlns:a16="http://schemas.microsoft.com/office/drawing/2014/main" id="{B09EB51E-092D-4C97-B81F-91EF721ED80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95452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Mayo</a:t>
            </a:r>
          </a:p>
        </p:txBody>
      </p:sp>
      <p:sp>
        <p:nvSpPr>
          <p:cNvPr id="26" name="Marcador de texto 25">
            <a:extLst>
              <a:ext uri="{FF2B5EF4-FFF2-40B4-BE49-F238E27FC236}">
                <a16:creationId xmlns:a16="http://schemas.microsoft.com/office/drawing/2014/main" id="{9CA707E6-1153-42ED-B68A-B36B00A4FA6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284867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Junio</a:t>
            </a:r>
          </a:p>
        </p:txBody>
      </p:sp>
      <p:sp>
        <p:nvSpPr>
          <p:cNvPr id="27" name="Marcador de texto 26">
            <a:extLst>
              <a:ext uri="{FF2B5EF4-FFF2-40B4-BE49-F238E27FC236}">
                <a16:creationId xmlns:a16="http://schemas.microsoft.com/office/drawing/2014/main" id="{4EB230FD-A423-4C1B-A131-826E8FDF873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11892" y="2774313"/>
            <a:ext cx="495300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Julio</a:t>
            </a:r>
          </a:p>
        </p:txBody>
      </p:sp>
      <p:sp>
        <p:nvSpPr>
          <p:cNvPr id="28" name="Marcador de texto 27">
            <a:extLst>
              <a:ext uri="{FF2B5EF4-FFF2-40B4-BE49-F238E27FC236}">
                <a16:creationId xmlns:a16="http://schemas.microsoft.com/office/drawing/2014/main" id="{1A709C7F-A89A-4221-A69B-D39EE05158C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863697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Agosto</a:t>
            </a:r>
          </a:p>
        </p:txBody>
      </p:sp>
      <p:sp>
        <p:nvSpPr>
          <p:cNvPr id="29" name="Marcador de texto 28">
            <a:extLst>
              <a:ext uri="{FF2B5EF4-FFF2-40B4-BE49-F238E27FC236}">
                <a16:creationId xmlns:a16="http://schemas.microsoft.com/office/drawing/2014/main" id="{0D50A79D-B5A3-4958-881E-84CCD4C0424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653112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Septiembre</a:t>
            </a:r>
          </a:p>
        </p:txBody>
      </p:sp>
      <p:sp>
        <p:nvSpPr>
          <p:cNvPr id="30" name="Marcador de texto 29">
            <a:extLst>
              <a:ext uri="{FF2B5EF4-FFF2-40B4-BE49-F238E27FC236}">
                <a16:creationId xmlns:a16="http://schemas.microsoft.com/office/drawing/2014/main" id="{D1B929E5-2D2A-44DA-AF7C-A69B7C449A9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455654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Octubre</a:t>
            </a:r>
          </a:p>
        </p:txBody>
      </p:sp>
      <p:sp>
        <p:nvSpPr>
          <p:cNvPr id="31" name="Marcador de texto 30">
            <a:extLst>
              <a:ext uri="{FF2B5EF4-FFF2-40B4-BE49-F238E27FC236}">
                <a16:creationId xmlns:a16="http://schemas.microsoft.com/office/drawing/2014/main" id="{200D9E81-7ACC-48D9-B066-8DB4664FF81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45069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Noviembre</a:t>
            </a:r>
          </a:p>
        </p:txBody>
      </p:sp>
      <p:sp>
        <p:nvSpPr>
          <p:cNvPr id="32" name="Marcador de texto 31">
            <a:extLst>
              <a:ext uri="{FF2B5EF4-FFF2-40B4-BE49-F238E27FC236}">
                <a16:creationId xmlns:a16="http://schemas.microsoft.com/office/drawing/2014/main" id="{59EF5B5B-BF97-4209-AF1D-A811D2A5ABE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0034480" y="2774313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Diciembre</a:t>
            </a:r>
          </a:p>
        </p:txBody>
      </p:sp>
      <p:sp>
        <p:nvSpPr>
          <p:cNvPr id="564" name="Marcador de texto 563">
            <a:extLst>
              <a:ext uri="{FF2B5EF4-FFF2-40B4-BE49-F238E27FC236}">
                <a16:creationId xmlns:a16="http://schemas.microsoft.com/office/drawing/2014/main" id="{F2B336D5-ADE1-457B-B99D-F7EC2A4A311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92423" y="3563114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Diseño de prueba</a:t>
            </a:r>
          </a:p>
        </p:txBody>
      </p:sp>
      <p:sp>
        <p:nvSpPr>
          <p:cNvPr id="565" name="Marcador de texto 564">
            <a:extLst>
              <a:ext uri="{FF2B5EF4-FFF2-40B4-BE49-F238E27FC236}">
                <a16:creationId xmlns:a16="http://schemas.microsoft.com/office/drawing/2014/main" id="{D6884773-025A-4056-9120-967A7484E1F4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5939498" y="3563114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Lanzar diseño</a:t>
            </a:r>
          </a:p>
        </p:txBody>
      </p:sp>
      <p:sp>
        <p:nvSpPr>
          <p:cNvPr id="566" name="Marcador de texto 565">
            <a:extLst>
              <a:ext uri="{FF2B5EF4-FFF2-40B4-BE49-F238E27FC236}">
                <a16:creationId xmlns:a16="http://schemas.microsoft.com/office/drawing/2014/main" id="{FBD2A640-DB0A-44EA-AC04-32643D22EEF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9886573" y="3563114"/>
            <a:ext cx="1440088" cy="58624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Entregar al cliente</a:t>
            </a:r>
          </a:p>
        </p:txBody>
      </p:sp>
      <p:sp>
        <p:nvSpPr>
          <p:cNvPr id="118" name="Marcador de texto 117">
            <a:extLst>
              <a:ext uri="{FF2B5EF4-FFF2-40B4-BE49-F238E27FC236}">
                <a16:creationId xmlns:a16="http://schemas.microsoft.com/office/drawing/2014/main" id="{81ABC74D-88CC-4A76-8A8D-F81C078BE9F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505322" y="4134112"/>
            <a:ext cx="1194201" cy="5017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</a:p>
        </p:txBody>
      </p:sp>
      <p:sp>
        <p:nvSpPr>
          <p:cNvPr id="49" name="Marcador de texto 48">
            <a:extLst>
              <a:ext uri="{FF2B5EF4-FFF2-40B4-BE49-F238E27FC236}">
                <a16:creationId xmlns:a16="http://schemas.microsoft.com/office/drawing/2014/main" id="{BE507CAC-2AEA-4E98-917E-58DA9BF7F0E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0919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Enero</a:t>
            </a:r>
          </a:p>
        </p:txBody>
      </p:sp>
      <p:sp>
        <p:nvSpPr>
          <p:cNvPr id="50" name="Marcador de texto 49">
            <a:extLst>
              <a:ext uri="{FF2B5EF4-FFF2-40B4-BE49-F238E27FC236}">
                <a16:creationId xmlns:a16="http://schemas.microsoft.com/office/drawing/2014/main" id="{FBCFD3EC-BE47-440E-A3D2-19921F772FE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140334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Febrero</a:t>
            </a:r>
          </a:p>
        </p:txBody>
      </p:sp>
      <p:sp>
        <p:nvSpPr>
          <p:cNvPr id="51" name="Marcador de texto 50">
            <a:extLst>
              <a:ext uri="{FF2B5EF4-FFF2-40B4-BE49-F238E27FC236}">
                <a16:creationId xmlns:a16="http://schemas.microsoft.com/office/drawing/2014/main" id="{CB05F6D6-4A56-4230-99DC-8FC74BBA428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929749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Marzo</a:t>
            </a:r>
          </a:p>
        </p:txBody>
      </p:sp>
      <p:sp>
        <p:nvSpPr>
          <p:cNvPr id="52" name="Marcador de texto 51">
            <a:extLst>
              <a:ext uri="{FF2B5EF4-FFF2-40B4-BE49-F238E27FC236}">
                <a16:creationId xmlns:a16="http://schemas.microsoft.com/office/drawing/2014/main" id="{F3BC8B38-4447-462E-9B98-085EEB3DF77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4043647" y="4476140"/>
            <a:ext cx="495300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Abril</a:t>
            </a:r>
          </a:p>
        </p:txBody>
      </p:sp>
      <p:sp>
        <p:nvSpPr>
          <p:cNvPr id="53" name="Marcador de texto 52">
            <a:extLst>
              <a:ext uri="{FF2B5EF4-FFF2-40B4-BE49-F238E27FC236}">
                <a16:creationId xmlns:a16="http://schemas.microsoft.com/office/drawing/2014/main" id="{096CE8AF-DCA7-4FDD-B792-73BFD0D0FDA6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508579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Mayo</a:t>
            </a:r>
          </a:p>
        </p:txBody>
      </p:sp>
      <p:sp>
        <p:nvSpPr>
          <p:cNvPr id="54" name="Marcador de texto 53">
            <a:extLst>
              <a:ext uri="{FF2B5EF4-FFF2-40B4-BE49-F238E27FC236}">
                <a16:creationId xmlns:a16="http://schemas.microsoft.com/office/drawing/2014/main" id="{5B9D4BA0-B371-40E9-AA9C-DBAB7E804FD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297994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Junio</a:t>
            </a:r>
          </a:p>
        </p:txBody>
      </p:sp>
      <p:sp>
        <p:nvSpPr>
          <p:cNvPr id="55" name="Marcador de texto 54">
            <a:extLst>
              <a:ext uri="{FF2B5EF4-FFF2-40B4-BE49-F238E27FC236}">
                <a16:creationId xmlns:a16="http://schemas.microsoft.com/office/drawing/2014/main" id="{EF3CD94E-5BA2-4097-A125-B94982A4FC2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11892" y="4476140"/>
            <a:ext cx="495300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Julio</a:t>
            </a:r>
          </a:p>
        </p:txBody>
      </p:sp>
      <p:sp>
        <p:nvSpPr>
          <p:cNvPr id="56" name="Marcador de texto 55">
            <a:extLst>
              <a:ext uri="{FF2B5EF4-FFF2-40B4-BE49-F238E27FC236}">
                <a16:creationId xmlns:a16="http://schemas.microsoft.com/office/drawing/2014/main" id="{7BA76994-6E86-409E-BEFD-BAB3662210D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876824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Agosto</a:t>
            </a:r>
          </a:p>
        </p:txBody>
      </p:sp>
      <p:sp>
        <p:nvSpPr>
          <p:cNvPr id="57" name="Marcador de texto 56">
            <a:extLst>
              <a:ext uri="{FF2B5EF4-FFF2-40B4-BE49-F238E27FC236}">
                <a16:creationId xmlns:a16="http://schemas.microsoft.com/office/drawing/2014/main" id="{89A5B9CA-0571-4E52-8820-C4D9ABE1E7A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666239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Septiembre</a:t>
            </a:r>
          </a:p>
        </p:txBody>
      </p:sp>
      <p:sp>
        <p:nvSpPr>
          <p:cNvPr id="58" name="Marcador de texto 57">
            <a:extLst>
              <a:ext uri="{FF2B5EF4-FFF2-40B4-BE49-F238E27FC236}">
                <a16:creationId xmlns:a16="http://schemas.microsoft.com/office/drawing/2014/main" id="{4FB742B5-6136-4D89-836B-2AE443DEEA69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455654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Octubre</a:t>
            </a:r>
          </a:p>
        </p:txBody>
      </p:sp>
      <p:sp>
        <p:nvSpPr>
          <p:cNvPr id="59" name="Marcador de texto 58">
            <a:extLst>
              <a:ext uri="{FF2B5EF4-FFF2-40B4-BE49-F238E27FC236}">
                <a16:creationId xmlns:a16="http://schemas.microsoft.com/office/drawing/2014/main" id="{4B130F84-F904-404E-840F-C6515BA16A2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45069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Noviembre</a:t>
            </a:r>
          </a:p>
        </p:txBody>
      </p:sp>
      <p:sp>
        <p:nvSpPr>
          <p:cNvPr id="60" name="Marcador de texto 59">
            <a:extLst>
              <a:ext uri="{FF2B5EF4-FFF2-40B4-BE49-F238E27FC236}">
                <a16:creationId xmlns:a16="http://schemas.microsoft.com/office/drawing/2014/main" id="{C532FF97-9822-4F48-94D1-728CBD2E1C6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0034480" y="4476140"/>
            <a:ext cx="1144266" cy="90449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Diciembre</a:t>
            </a:r>
          </a:p>
        </p:txBody>
      </p:sp>
      <p:sp>
        <p:nvSpPr>
          <p:cNvPr id="801" name="Marcador de pie de página 800">
            <a:extLst>
              <a:ext uri="{FF2B5EF4-FFF2-40B4-BE49-F238E27FC236}">
                <a16:creationId xmlns:a16="http://schemas.microsoft.com/office/drawing/2014/main" id="{CC3358B5-0C47-4100-97BA-A72EF66697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802" name="Marcador de número de diapositiva 801">
            <a:extLst>
              <a:ext uri="{FF2B5EF4-FFF2-40B4-BE49-F238E27FC236}">
                <a16:creationId xmlns:a16="http://schemas.microsoft.com/office/drawing/2014/main" id="{A7FD67B3-0EAD-4823-9CB1-01BC55F3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15</a:t>
            </a:fld>
            <a:endParaRPr lang="es-ES"/>
          </a:p>
        </p:txBody>
      </p:sp>
      <p:sp>
        <p:nvSpPr>
          <p:cNvPr id="63" name="Marcador de fecha 62">
            <a:extLst>
              <a:ext uri="{FF2B5EF4-FFF2-40B4-BE49-F238E27FC236}">
                <a16:creationId xmlns:a16="http://schemas.microsoft.com/office/drawing/2014/main" id="{17947E7C-3931-48F5-92EC-CF93DE7FB4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  <p:sp>
        <p:nvSpPr>
          <p:cNvPr id="150" name="Elipse 149">
            <a:extLst>
              <a:ext uri="{FF2B5EF4-FFF2-40B4-BE49-F238E27FC236}">
                <a16:creationId xmlns:a16="http://schemas.microsoft.com/office/drawing/2014/main" id="{E9880F65-3481-4185-A6A4-9E704ED6D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35966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1" name="Elipse 150">
            <a:extLst>
              <a:ext uri="{FF2B5EF4-FFF2-40B4-BE49-F238E27FC236}">
                <a16:creationId xmlns:a16="http://schemas.microsoft.com/office/drawing/2014/main" id="{65ED933E-07EF-4D98-BF2F-857A474AA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25447" y="2599627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2" name="Elipse 151">
            <a:extLst>
              <a:ext uri="{FF2B5EF4-FFF2-40B4-BE49-F238E27FC236}">
                <a16:creationId xmlns:a16="http://schemas.microsoft.com/office/drawing/2014/main" id="{BCB9E7A7-C7A3-4817-B0F4-C1F36CEC7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14928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3" name="Elipse 152">
            <a:extLst>
              <a:ext uri="{FF2B5EF4-FFF2-40B4-BE49-F238E27FC236}">
                <a16:creationId xmlns:a16="http://schemas.microsoft.com/office/drawing/2014/main" id="{2E2B365D-92EC-488A-A4FF-B400D8EFE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204409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4" name="Elipse 153">
            <a:extLst>
              <a:ext uri="{FF2B5EF4-FFF2-40B4-BE49-F238E27FC236}">
                <a16:creationId xmlns:a16="http://schemas.microsoft.com/office/drawing/2014/main" id="{9AC5439A-F0E7-4D55-9C8D-2FC3D2611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93890" y="2599627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5" name="Elipse 154">
            <a:extLst>
              <a:ext uri="{FF2B5EF4-FFF2-40B4-BE49-F238E27FC236}">
                <a16:creationId xmlns:a16="http://schemas.microsoft.com/office/drawing/2014/main" id="{4F4A87E7-E901-41C3-88BF-AFB18B0B9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783371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6" name="Elipse 155">
            <a:extLst>
              <a:ext uri="{FF2B5EF4-FFF2-40B4-BE49-F238E27FC236}">
                <a16:creationId xmlns:a16="http://schemas.microsoft.com/office/drawing/2014/main" id="{B5755882-09E4-465D-9926-DC1427393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72852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7" name="Elipse 156">
            <a:extLst>
              <a:ext uri="{FF2B5EF4-FFF2-40B4-BE49-F238E27FC236}">
                <a16:creationId xmlns:a16="http://schemas.microsoft.com/office/drawing/2014/main" id="{D802889C-9F91-489E-9076-E94A595A6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62333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8" name="Elipse 157">
            <a:extLst>
              <a:ext uri="{FF2B5EF4-FFF2-40B4-BE49-F238E27FC236}">
                <a16:creationId xmlns:a16="http://schemas.microsoft.com/office/drawing/2014/main" id="{891E0934-BF07-4F35-B68E-468112E87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814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59" name="Elipse 158">
            <a:extLst>
              <a:ext uri="{FF2B5EF4-FFF2-40B4-BE49-F238E27FC236}">
                <a16:creationId xmlns:a16="http://schemas.microsoft.com/office/drawing/2014/main" id="{A37E9BDD-0CD7-4027-9E5F-AB474E982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41295" y="2599627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0" name="Elipse 159">
            <a:extLst>
              <a:ext uri="{FF2B5EF4-FFF2-40B4-BE49-F238E27FC236}">
                <a16:creationId xmlns:a16="http://schemas.microsoft.com/office/drawing/2014/main" id="{155AFA18-43A3-42F1-9531-670829C37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30776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1" name="Elipse 160">
            <a:extLst>
              <a:ext uri="{FF2B5EF4-FFF2-40B4-BE49-F238E27FC236}">
                <a16:creationId xmlns:a16="http://schemas.microsoft.com/office/drawing/2014/main" id="{01F69ED1-3E32-4540-AE8B-D71CE1922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20258" y="2599627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3" name="Elipse 162">
            <a:extLst>
              <a:ext uri="{FF2B5EF4-FFF2-40B4-BE49-F238E27FC236}">
                <a16:creationId xmlns:a16="http://schemas.microsoft.com/office/drawing/2014/main" id="{8E8944B4-18FD-498F-9CFB-221CD132D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35966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4" name="Elipse 163">
            <a:extLst>
              <a:ext uri="{FF2B5EF4-FFF2-40B4-BE49-F238E27FC236}">
                <a16:creationId xmlns:a16="http://schemas.microsoft.com/office/drawing/2014/main" id="{5D37E8DF-F521-4857-AD61-721C6EBF22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25447" y="4304098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5" name="Elipse 164">
            <a:extLst>
              <a:ext uri="{FF2B5EF4-FFF2-40B4-BE49-F238E27FC236}">
                <a16:creationId xmlns:a16="http://schemas.microsoft.com/office/drawing/2014/main" id="{0C966B63-C451-4DD8-A1CD-FA767541F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14928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6" name="Elipse 165">
            <a:extLst>
              <a:ext uri="{FF2B5EF4-FFF2-40B4-BE49-F238E27FC236}">
                <a16:creationId xmlns:a16="http://schemas.microsoft.com/office/drawing/2014/main" id="{8D9D00B5-99AD-4A4E-B9AC-C28AA88A36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04409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7" name="Elipse 166">
            <a:extLst>
              <a:ext uri="{FF2B5EF4-FFF2-40B4-BE49-F238E27FC236}">
                <a16:creationId xmlns:a16="http://schemas.microsoft.com/office/drawing/2014/main" id="{18E07D7D-09A1-435A-92A7-39F78FAD2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93890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8" name="Elipse 167">
            <a:extLst>
              <a:ext uri="{FF2B5EF4-FFF2-40B4-BE49-F238E27FC236}">
                <a16:creationId xmlns:a16="http://schemas.microsoft.com/office/drawing/2014/main" id="{33B351D7-5FB7-4D53-92E1-3306A16B4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3371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69" name="Elipse 168">
            <a:extLst>
              <a:ext uri="{FF2B5EF4-FFF2-40B4-BE49-F238E27FC236}">
                <a16:creationId xmlns:a16="http://schemas.microsoft.com/office/drawing/2014/main" id="{F39FFA4F-D65D-4FB6-88D7-FBE005F21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62333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0" name="Elipse 169">
            <a:extLst>
              <a:ext uri="{FF2B5EF4-FFF2-40B4-BE49-F238E27FC236}">
                <a16:creationId xmlns:a16="http://schemas.microsoft.com/office/drawing/2014/main" id="{D22A90C3-72CD-4A82-972D-1D330862A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1814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1" name="Elipse 170">
            <a:extLst>
              <a:ext uri="{FF2B5EF4-FFF2-40B4-BE49-F238E27FC236}">
                <a16:creationId xmlns:a16="http://schemas.microsoft.com/office/drawing/2014/main" id="{F864FDF0-179F-42B6-AEF6-5ADE8CD6B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41295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2" name="Elipse 171">
            <a:extLst>
              <a:ext uri="{FF2B5EF4-FFF2-40B4-BE49-F238E27FC236}">
                <a16:creationId xmlns:a16="http://schemas.microsoft.com/office/drawing/2014/main" id="{4E077E29-52F8-4D74-A61E-62322621C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30776" y="4304098"/>
            <a:ext cx="174171" cy="174171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3" name="Elipse 172">
            <a:extLst>
              <a:ext uri="{FF2B5EF4-FFF2-40B4-BE49-F238E27FC236}">
                <a16:creationId xmlns:a16="http://schemas.microsoft.com/office/drawing/2014/main" id="{F92E00A5-49F8-41E0-8146-14DA6DFD9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20258" y="4304098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sp>
        <p:nvSpPr>
          <p:cNvPr id="174" name="Elipse 173">
            <a:extLst>
              <a:ext uri="{FF2B5EF4-FFF2-40B4-BE49-F238E27FC236}">
                <a16:creationId xmlns:a16="http://schemas.microsoft.com/office/drawing/2014/main" id="{0F8A85D2-9F79-4560-96CE-8296F8097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72852" y="4304098"/>
            <a:ext cx="174171" cy="174171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>
              <a:latin typeface="Calibri Light" panose="020F0302020204030204" pitchFamily="34" charset="0"/>
            </a:endParaRPr>
          </a:p>
        </p:txBody>
      </p:sp>
      <p:cxnSp>
        <p:nvCxnSpPr>
          <p:cNvPr id="642" name="Conector recto 641">
            <a:extLst>
              <a:ext uri="{FF2B5EF4-FFF2-40B4-BE49-F238E27FC236}">
                <a16:creationId xmlns:a16="http://schemas.microsoft.com/office/drawing/2014/main" id="{663A4986-FD42-4C5F-9B10-9E87A4DD4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2712533" y="2411919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Conector recto 646">
            <a:extLst>
              <a:ext uri="{FF2B5EF4-FFF2-40B4-BE49-F238E27FC236}">
                <a16:creationId xmlns:a16="http://schemas.microsoft.com/office/drawing/2014/main" id="{2C3C163E-838F-4377-9BE7-B41E523B7B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5078740" y="2411919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Conector recto 648">
            <a:extLst>
              <a:ext uri="{FF2B5EF4-FFF2-40B4-BE49-F238E27FC236}">
                <a16:creationId xmlns:a16="http://schemas.microsoft.com/office/drawing/2014/main" id="{0A189D55-DB0B-416B-A473-41F85E03A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027319" y="2411919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Conector recto 650">
            <a:extLst>
              <a:ext uri="{FF2B5EF4-FFF2-40B4-BE49-F238E27FC236}">
                <a16:creationId xmlns:a16="http://schemas.microsoft.com/office/drawing/2014/main" id="{D72CFF3F-1C1B-4A17-82F4-6E48A67A7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2711902" y="4118492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Conector recto 652">
            <a:extLst>
              <a:ext uri="{FF2B5EF4-FFF2-40B4-BE49-F238E27FC236}">
                <a16:creationId xmlns:a16="http://schemas.microsoft.com/office/drawing/2014/main" id="{96E88F0B-F8D3-4EB9-82F8-920DF2A0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6659307" y="4118492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onector recto 654">
            <a:extLst>
              <a:ext uri="{FF2B5EF4-FFF2-40B4-BE49-F238E27FC236}">
                <a16:creationId xmlns:a16="http://schemas.microsoft.com/office/drawing/2014/main" id="{FC70A4EA-978C-45B1-8017-48C33D9B5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0606713" y="4118492"/>
            <a:ext cx="1260" cy="34441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2573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21">
            <a:extLst>
              <a:ext uri="{FF2B5EF4-FFF2-40B4-BE49-F238E27FC236}">
                <a16:creationId xmlns:a16="http://schemas.microsoft.com/office/drawing/2014/main" id="{E8F5D34E-F679-45F4-BFC9-B9B401E5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949" y="527542"/>
            <a:ext cx="6922876" cy="68783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finanzas</a:t>
            </a:r>
          </a:p>
        </p:txBody>
      </p:sp>
      <p:graphicFrame>
        <p:nvGraphicFramePr>
          <p:cNvPr id="40" name="Marcador de contenido 39">
            <a:extLst>
              <a:ext uri="{FF2B5EF4-FFF2-40B4-BE49-F238E27FC236}">
                <a16:creationId xmlns:a16="http://schemas.microsoft.com/office/drawing/2014/main" id="{C4173BE0-AA34-4982-97CE-4DE4B553BD2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53414297"/>
              </p:ext>
            </p:extLst>
          </p:nvPr>
        </p:nvGraphicFramePr>
        <p:xfrm>
          <a:off x="693738" y="1128713"/>
          <a:ext cx="7655604" cy="5069041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2748956">
                  <a:extLst>
                    <a:ext uri="{9D8B030D-6E8A-4147-A177-3AD203B41FA5}">
                      <a16:colId xmlns:a16="http://schemas.microsoft.com/office/drawing/2014/main" val="1517755082"/>
                    </a:ext>
                  </a:extLst>
                </a:gridCol>
                <a:gridCol w="1338234">
                  <a:extLst>
                    <a:ext uri="{9D8B030D-6E8A-4147-A177-3AD203B41FA5}">
                      <a16:colId xmlns:a16="http://schemas.microsoft.com/office/drawing/2014/main" val="2446386500"/>
                    </a:ext>
                  </a:extLst>
                </a:gridCol>
                <a:gridCol w="1291686">
                  <a:extLst>
                    <a:ext uri="{9D8B030D-6E8A-4147-A177-3AD203B41FA5}">
                      <a16:colId xmlns:a16="http://schemas.microsoft.com/office/drawing/2014/main" val="3308918160"/>
                    </a:ext>
                  </a:extLst>
                </a:gridCol>
                <a:gridCol w="1270864">
                  <a:extLst>
                    <a:ext uri="{9D8B030D-6E8A-4147-A177-3AD203B41FA5}">
                      <a16:colId xmlns:a16="http://schemas.microsoft.com/office/drawing/2014/main" val="1854486728"/>
                    </a:ext>
                  </a:extLst>
                </a:gridCol>
                <a:gridCol w="1005864">
                  <a:extLst>
                    <a:ext uri="{9D8B030D-6E8A-4147-A177-3AD203B41FA5}">
                      <a16:colId xmlns:a16="http://schemas.microsoft.com/office/drawing/2014/main" val="1808496511"/>
                    </a:ext>
                  </a:extLst>
                </a:gridCol>
              </a:tblGrid>
              <a:tr h="41226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endParaRPr lang="es-ES" sz="2000" b="1" cap="all" spc="400" baseline="0" noProof="0" dirty="0">
                        <a:solidFill>
                          <a:schemeClr val="accent6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1.</a:t>
                      </a:r>
                      <a:r>
                        <a:rPr lang="es-ES" sz="1600" b="1" cap="all" spc="200" baseline="300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er</a:t>
                      </a:r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 año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2.</a:t>
                      </a:r>
                      <a:r>
                        <a:rPr lang="es-ES" sz="1600" b="1" cap="all" spc="200" baseline="300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o </a:t>
                      </a:r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año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3.</a:t>
                      </a:r>
                      <a:r>
                        <a:rPr lang="es-ES" sz="1600" b="1" cap="all" spc="200" baseline="300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er</a:t>
                      </a:r>
                      <a:r>
                        <a:rPr lang="es-ES" sz="1600" b="1" cap="all" spc="200" noProof="0" dirty="0">
                          <a:solidFill>
                            <a:schemeClr val="accent6"/>
                          </a:solidFill>
                          <a:latin typeface="Century Gothic" panose="020B0502020202020204" pitchFamily="34" charset="0"/>
                        </a:rPr>
                        <a:t> año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/>
                      <a:endParaRPr lang="es-ES" sz="1600" b="1" cap="all" spc="400" baseline="0" noProof="0" dirty="0">
                        <a:solidFill>
                          <a:schemeClr val="accent6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351803"/>
                  </a:ext>
                </a:extLst>
              </a:tr>
              <a:tr h="355174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Minoristas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160 000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628125"/>
                  </a:ext>
                </a:extLst>
              </a:tr>
              <a:tr h="357188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Usuarios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1 600 000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382780"/>
                  </a:ext>
                </a:extLst>
              </a:tr>
              <a:tr h="35718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Ventas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16 000 000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84003"/>
                  </a:ext>
                </a:extLst>
              </a:tr>
              <a:tr h="357188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Precio promedio por venta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75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80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90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756459"/>
                  </a:ext>
                </a:extLst>
              </a:tr>
              <a:tr h="37735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Ingresos @ 15 %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5 625 000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48 000 000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216 000 000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75269"/>
                  </a:ext>
                </a:extLst>
              </a:tr>
              <a:tr h="356068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1" u="none" strike="noStrike" cap="all" spc="20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Beneficio bruto</a:t>
                      </a:r>
                      <a:endParaRPr lang="es-ES" sz="1200" b="0" i="0" cap="all" spc="200" baseline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5 625 000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48 000 000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216 000 000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1" i="0" u="none" strike="noStrike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227705"/>
                  </a:ext>
                </a:extLst>
              </a:tr>
              <a:tr h="363010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Gastos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867358"/>
                  </a:ext>
                </a:extLst>
              </a:tr>
              <a:tr h="36764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108000" algn="l" rtl="0" fontAlgn="base">
                        <a:buFont typeface="Arial" panose="020B0604020202020204" pitchFamily="34" charset="0"/>
                        <a:buNone/>
                      </a:pPr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Ventas y marketing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5 062 500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38 400 000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151 200 000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114081"/>
                  </a:ext>
                </a:extLst>
              </a:tr>
              <a:tr h="360261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108000" algn="l" rtl="0" fontAlgn="base">
                        <a:buFont typeface="Arial" panose="020B0604020202020204" pitchFamily="34" charset="0"/>
                        <a:buNone/>
                      </a:pPr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Atención al cliente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1 687 500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9 600 000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21 600 000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70 %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67748"/>
                  </a:ext>
                </a:extLst>
              </a:tr>
              <a:tr h="345153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108000" algn="l" rtl="0" fontAlgn="base">
                        <a:buFont typeface="Arial" panose="020B0604020202020204" pitchFamily="34" charset="0"/>
                        <a:buNone/>
                      </a:pPr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Desarrollo del producto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562 500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2 400 000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10 800 000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10 %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341114"/>
                  </a:ext>
                </a:extLst>
              </a:tr>
              <a:tr h="35072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marL="108000" algn="l" rtl="0" fontAlgn="base">
                        <a:buFont typeface="Arial" panose="020B0604020202020204" pitchFamily="34" charset="0"/>
                        <a:buNone/>
                      </a:pPr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Investigación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281 250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2 400 000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4 320 000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5 %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17110"/>
                  </a:ext>
                </a:extLst>
              </a:tr>
              <a:tr h="354904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1" u="none" strike="noStrike" cap="all" spc="20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Gastos totales</a:t>
                      </a:r>
                      <a:endParaRPr lang="es-ES" sz="1200" b="0" i="0" cap="all" spc="200" baseline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7 593 750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52 800 000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187 920 000</a:t>
                      </a:r>
                      <a:r>
                        <a:rPr lang="es-ES" sz="1200" b="0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2 %</a:t>
                      </a:r>
                      <a:r>
                        <a:rPr lang="es-ES" sz="1200" b="1" noProof="0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​</a:t>
                      </a:r>
                      <a:endParaRPr lang="es-ES" sz="1200" b="1" i="0" noProof="0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074008"/>
                  </a:ext>
                </a:extLst>
              </a:tr>
              <a:tr h="354904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base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BAII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-1 968 750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-4 800 000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r" rtl="0" fontAlgn="base"/>
                      <a:r>
                        <a:rPr lang="es-ES" sz="1200" b="1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-28 080 000</a:t>
                      </a:r>
                      <a:endParaRPr lang="es-ES" sz="1200" b="0" i="0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l" rtl="0" fontAlgn="auto"/>
                      <a:r>
                        <a:rPr lang="es-ES" sz="1200" b="0" u="none" strike="noStrike" noProof="0" dirty="0">
                          <a:solidFill>
                            <a:schemeClr val="bg1"/>
                          </a:solidFill>
                          <a:effectLst/>
                          <a:latin typeface="Calibri Light" panose="020F0302020204030204" pitchFamily="34" charset="0"/>
                        </a:rPr>
                        <a:t>​</a:t>
                      </a:r>
                      <a:endParaRPr lang="es-ES" sz="1200" b="0" i="0" u="none" strike="noStrike" noProof="0" dirty="0">
                        <a:solidFill>
                          <a:schemeClr val="bg1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1353374"/>
                  </a:ext>
                </a:extLst>
              </a:tr>
            </a:tbl>
          </a:graphicData>
        </a:graphic>
      </p:graphicFrame>
      <p:sp>
        <p:nvSpPr>
          <p:cNvPr id="32" name="Marcador de pie de página 31">
            <a:extLst>
              <a:ext uri="{FF2B5EF4-FFF2-40B4-BE49-F238E27FC236}">
                <a16:creationId xmlns:a16="http://schemas.microsoft.com/office/drawing/2014/main" id="{EB3167CB-A6C4-4DEF-86D2-0EE698CF0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33" name="Marcador de número de diapositiva 32">
            <a:extLst>
              <a:ext uri="{FF2B5EF4-FFF2-40B4-BE49-F238E27FC236}">
                <a16:creationId xmlns:a16="http://schemas.microsoft.com/office/drawing/2014/main" id="{705E33BA-D532-4BFC-985F-6257C8C95D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16</a:t>
            </a:fld>
            <a:endParaRPr lang="es-ES"/>
          </a:p>
        </p:txBody>
      </p:sp>
      <p:sp>
        <p:nvSpPr>
          <p:cNvPr id="31" name="Marcador de fecha 30">
            <a:extLst>
              <a:ext uri="{FF2B5EF4-FFF2-40B4-BE49-F238E27FC236}">
                <a16:creationId xmlns:a16="http://schemas.microsoft.com/office/drawing/2014/main" id="{80CCD1CF-F52F-44F9-B196-89DF3E1B6D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8775916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ítulo 106">
            <a:extLst>
              <a:ext uri="{FF2B5EF4-FFF2-40B4-BE49-F238E27FC236}">
                <a16:creationId xmlns:a16="http://schemas.microsoft.com/office/drawing/2014/main" id="{D1E3E659-4B39-4B3B-857D-E87DD151F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34" y="2433312"/>
            <a:ext cx="2218728" cy="211550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Nuestro equipo</a:t>
            </a:r>
          </a:p>
        </p:txBody>
      </p:sp>
      <p:pic>
        <p:nvPicPr>
          <p:cNvPr id="26" name="Marcador de posición de imagen 25" descr="Una persona en traje">
            <a:extLst>
              <a:ext uri="{FF2B5EF4-FFF2-40B4-BE49-F238E27FC236}">
                <a16:creationId xmlns:a16="http://schemas.microsoft.com/office/drawing/2014/main" id="{E2B3D448-6C6E-457E-9101-6ED71063E0FF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88220" y="2599422"/>
            <a:ext cx="1502806" cy="1502805"/>
          </a:xfrm>
        </p:spPr>
      </p:pic>
      <p:pic>
        <p:nvPicPr>
          <p:cNvPr id="30" name="Marcador de posición de imagen 29" descr="Una foto de una persona, interior">
            <a:extLst>
              <a:ext uri="{FF2B5EF4-FFF2-40B4-BE49-F238E27FC236}">
                <a16:creationId xmlns:a16="http://schemas.microsoft.com/office/drawing/2014/main" id="{C0AFC6B0-D191-4107-9CE8-6A62C8B6BF6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90425" y="2599420"/>
            <a:ext cx="1502806" cy="1502805"/>
          </a:xfrm>
        </p:spPr>
      </p:pic>
      <p:pic>
        <p:nvPicPr>
          <p:cNvPr id="34" name="Marcador de posición de imagen 33" descr="Una persona sonriendo a la cámara">
            <a:extLst>
              <a:ext uri="{FF2B5EF4-FFF2-40B4-BE49-F238E27FC236}">
                <a16:creationId xmlns:a16="http://schemas.microsoft.com/office/drawing/2014/main" id="{001482E7-DB3D-4047-A6D3-8C7EB0F66DF1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91629" y="2599420"/>
            <a:ext cx="1502806" cy="1502805"/>
          </a:xfrm>
        </p:spPr>
      </p:pic>
      <p:pic>
        <p:nvPicPr>
          <p:cNvPr id="38" name="Marcador de posición de imagen 37" descr="Foto de primer plano de Teams">
            <a:extLst>
              <a:ext uri="{FF2B5EF4-FFF2-40B4-BE49-F238E27FC236}">
                <a16:creationId xmlns:a16="http://schemas.microsoft.com/office/drawing/2014/main" id="{0B81A210-11FF-46EA-AF83-A89425CF815D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87443" y="2599420"/>
            <a:ext cx="1502806" cy="1502805"/>
          </a:xfrm>
        </p:spPr>
      </p:pic>
      <p:sp>
        <p:nvSpPr>
          <p:cNvPr id="80" name="Marcador de texto 79">
            <a:extLst>
              <a:ext uri="{FF2B5EF4-FFF2-40B4-BE49-F238E27FC236}">
                <a16:creationId xmlns:a16="http://schemas.microsoft.com/office/drawing/2014/main" id="{F60D8165-C962-496B-BA18-BAE6A08C60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96727" y="4435583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Takuma Hayashi​​</a:t>
            </a:r>
          </a:p>
        </p:txBody>
      </p:sp>
      <p:sp>
        <p:nvSpPr>
          <p:cNvPr id="89" name="Marcador de texto 88">
            <a:extLst>
              <a:ext uri="{FF2B5EF4-FFF2-40B4-BE49-F238E27FC236}">
                <a16:creationId xmlns:a16="http://schemas.microsoft.com/office/drawing/2014/main" id="{9FC8C05B-946D-4915-A1D1-59E3957C1F2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96865" y="4661551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Presidente</a:t>
            </a:r>
          </a:p>
        </p:txBody>
      </p:sp>
      <p:sp>
        <p:nvSpPr>
          <p:cNvPr id="132" name="Marcador de texto 131">
            <a:extLst>
              <a:ext uri="{FF2B5EF4-FFF2-40B4-BE49-F238E27FC236}">
                <a16:creationId xmlns:a16="http://schemas.microsoft.com/office/drawing/2014/main" id="{3099AF50-4A59-41FD-9F70-EB228C3763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98932" y="4435583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Mirjam Nilsson​​</a:t>
            </a:r>
          </a:p>
        </p:txBody>
      </p:sp>
      <p:sp>
        <p:nvSpPr>
          <p:cNvPr id="133" name="Marcador de texto 132">
            <a:extLst>
              <a:ext uri="{FF2B5EF4-FFF2-40B4-BE49-F238E27FC236}">
                <a16:creationId xmlns:a16="http://schemas.microsoft.com/office/drawing/2014/main" id="{9C3B2BFE-8F4A-43FF-B551-030136A7E91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99070" y="4661551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Directora ejecutiva</a:t>
            </a:r>
          </a:p>
        </p:txBody>
      </p:sp>
      <p:sp>
        <p:nvSpPr>
          <p:cNvPr id="134" name="Marcador de texto 133">
            <a:extLst>
              <a:ext uri="{FF2B5EF4-FFF2-40B4-BE49-F238E27FC236}">
                <a16:creationId xmlns:a16="http://schemas.microsoft.com/office/drawing/2014/main" id="{E9D7AEAC-9AC3-490C-B4A9-DD26ED4EE64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000136" y="4435751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Flora Berggren​​</a:t>
            </a:r>
          </a:p>
        </p:txBody>
      </p:sp>
      <p:sp>
        <p:nvSpPr>
          <p:cNvPr id="135" name="Marcador de texto 134">
            <a:extLst>
              <a:ext uri="{FF2B5EF4-FFF2-40B4-BE49-F238E27FC236}">
                <a16:creationId xmlns:a16="http://schemas.microsoft.com/office/drawing/2014/main" id="{6665A4F1-CA8F-4D77-AB52-C98C3AD9165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00274" y="4661551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Directora de operaciones</a:t>
            </a:r>
          </a:p>
        </p:txBody>
      </p:sp>
      <p:sp>
        <p:nvSpPr>
          <p:cNvPr id="136" name="Marcador de texto 135">
            <a:extLst>
              <a:ext uri="{FF2B5EF4-FFF2-40B4-BE49-F238E27FC236}">
                <a16:creationId xmlns:a16="http://schemas.microsoft.com/office/drawing/2014/main" id="{22B9989D-C7D5-4AA7-87A8-CE5C4973C83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095950" y="4435583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Rajesh Santoshi​​</a:t>
            </a:r>
          </a:p>
        </p:txBody>
      </p:sp>
      <p:sp>
        <p:nvSpPr>
          <p:cNvPr id="137" name="Marcador de texto 136">
            <a:extLst>
              <a:ext uri="{FF2B5EF4-FFF2-40B4-BE49-F238E27FC236}">
                <a16:creationId xmlns:a16="http://schemas.microsoft.com/office/drawing/2014/main" id="{4237D231-38E9-46D9-A571-1AEAC0B3E05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196088" y="4661551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Vicepresidente de marketing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E6DC14B-DBB6-4ACF-BA53-D251EAD3C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D2BC79-E7F2-4BBF-A74F-3E0AF7A7A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17</a:t>
            </a:fld>
            <a:endParaRPr lang="es-ES"/>
          </a:p>
        </p:txBody>
      </p:sp>
      <p:sp>
        <p:nvSpPr>
          <p:cNvPr id="22" name="Marcador de fecha 21">
            <a:extLst>
              <a:ext uri="{FF2B5EF4-FFF2-40B4-BE49-F238E27FC236}">
                <a16:creationId xmlns:a16="http://schemas.microsoft.com/office/drawing/2014/main" id="{429316F7-2E35-4591-ACA4-63F1C46AFF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069803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ítulo 364">
            <a:extLst>
              <a:ext uri="{FF2B5EF4-FFF2-40B4-BE49-F238E27FC236}">
                <a16:creationId xmlns:a16="http://schemas.microsoft.com/office/drawing/2014/main" id="{93AD7ABD-C576-4BB6-A3AE-23B58DE57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523" y="2375820"/>
            <a:ext cx="2306866" cy="22184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Nuestro equipo </a:t>
            </a:r>
          </a:p>
        </p:txBody>
      </p:sp>
      <p:pic>
        <p:nvPicPr>
          <p:cNvPr id="43" name="Marcador de posición de imagen 42" descr="Una foto de una persona">
            <a:extLst>
              <a:ext uri="{FF2B5EF4-FFF2-40B4-BE49-F238E27FC236}">
                <a16:creationId xmlns:a16="http://schemas.microsoft.com/office/drawing/2014/main" id="{489694FF-09A3-47B9-B459-215DAA4A0465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36339" y="1326925"/>
            <a:ext cx="1391577" cy="1391576"/>
          </a:xfrm>
        </p:spPr>
      </p:pic>
      <p:pic>
        <p:nvPicPr>
          <p:cNvPr id="47" name="Marcador de posición de imagen 46" descr="Una foto de una persona, interior">
            <a:extLst>
              <a:ext uri="{FF2B5EF4-FFF2-40B4-BE49-F238E27FC236}">
                <a16:creationId xmlns:a16="http://schemas.microsoft.com/office/drawing/2014/main" id="{6DE80A00-9E8B-4ACB-89B0-C4C0F33630EC}"/>
              </a:ext>
            </a:extLst>
          </p:cNvPr>
          <p:cNvPicPr>
            <a:picLocks noGrp="1" noChangeAspect="1"/>
          </p:cNvPicPr>
          <p:nvPr>
            <p:ph type="pic" sz="quarter" idx="39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9991" y="1326192"/>
            <a:ext cx="1391577" cy="1391576"/>
          </a:xfrm>
        </p:spPr>
      </p:pic>
      <p:pic>
        <p:nvPicPr>
          <p:cNvPr id="51" name="Marcador de posición de imagen 50" descr="Una persona sonriendo a la cámara">
            <a:extLst>
              <a:ext uri="{FF2B5EF4-FFF2-40B4-BE49-F238E27FC236}">
                <a16:creationId xmlns:a16="http://schemas.microsoft.com/office/drawing/2014/main" id="{6601BC64-FE14-4DB5-8B36-4E25B36713B9}"/>
              </a:ext>
            </a:extLst>
          </p:cNvPr>
          <p:cNvPicPr>
            <a:picLocks noGrp="1" noChangeAspect="1"/>
          </p:cNvPicPr>
          <p:nvPr>
            <p:ph type="pic" sz="quarter" idx="40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05041" y="1335752"/>
            <a:ext cx="1391577" cy="1391576"/>
          </a:xfrm>
        </p:spPr>
      </p:pic>
      <p:pic>
        <p:nvPicPr>
          <p:cNvPr id="55" name="Marcador de posición de imagen 54" descr="Foto de primer plano de un hombre con barba">
            <a:extLst>
              <a:ext uri="{FF2B5EF4-FFF2-40B4-BE49-F238E27FC236}">
                <a16:creationId xmlns:a16="http://schemas.microsoft.com/office/drawing/2014/main" id="{F23CFDFC-E456-4B62-B169-3E518F6B4D92}"/>
              </a:ext>
            </a:extLst>
          </p:cNvPr>
          <p:cNvPicPr>
            <a:picLocks noGrp="1" noChangeAspect="1"/>
          </p:cNvPicPr>
          <p:nvPr>
            <p:ph type="pic" sz="quarter" idx="41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84248" y="1326192"/>
            <a:ext cx="1391577" cy="1391576"/>
          </a:xfrm>
        </p:spPr>
      </p:pic>
      <p:sp>
        <p:nvSpPr>
          <p:cNvPr id="261" name="Marcador de texto 260">
            <a:extLst>
              <a:ext uri="{FF2B5EF4-FFF2-40B4-BE49-F238E27FC236}">
                <a16:creationId xmlns:a16="http://schemas.microsoft.com/office/drawing/2014/main" id="{3B528EB5-E06C-4ED5-95D1-0FC922CC875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96727" y="2972370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Takuma Hayashi​​</a:t>
            </a:r>
          </a:p>
        </p:txBody>
      </p:sp>
      <p:sp>
        <p:nvSpPr>
          <p:cNvPr id="262" name="Marcador de texto 261">
            <a:extLst>
              <a:ext uri="{FF2B5EF4-FFF2-40B4-BE49-F238E27FC236}">
                <a16:creationId xmlns:a16="http://schemas.microsoft.com/office/drawing/2014/main" id="{15B31211-4F58-4F2A-9E2D-66F461BF547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96865" y="3198338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Presidente</a:t>
            </a:r>
          </a:p>
        </p:txBody>
      </p:sp>
      <p:sp>
        <p:nvSpPr>
          <p:cNvPr id="263" name="Marcador de texto 262">
            <a:extLst>
              <a:ext uri="{FF2B5EF4-FFF2-40B4-BE49-F238E27FC236}">
                <a16:creationId xmlns:a16="http://schemas.microsoft.com/office/drawing/2014/main" id="{AA6C7FBA-C196-4AE6-B167-6C55ED09741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98932" y="2972370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Mirjam Nilsson​​</a:t>
            </a:r>
          </a:p>
        </p:txBody>
      </p:sp>
      <p:sp>
        <p:nvSpPr>
          <p:cNvPr id="264" name="Marcador de texto 263">
            <a:extLst>
              <a:ext uri="{FF2B5EF4-FFF2-40B4-BE49-F238E27FC236}">
                <a16:creationId xmlns:a16="http://schemas.microsoft.com/office/drawing/2014/main" id="{4E5EE2B9-D150-453A-9E1D-D413883AC3C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99070" y="3198338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Directora ejecutiva</a:t>
            </a:r>
          </a:p>
        </p:txBody>
      </p:sp>
      <p:sp>
        <p:nvSpPr>
          <p:cNvPr id="265" name="Marcador de texto 264">
            <a:extLst>
              <a:ext uri="{FF2B5EF4-FFF2-40B4-BE49-F238E27FC236}">
                <a16:creationId xmlns:a16="http://schemas.microsoft.com/office/drawing/2014/main" id="{73864EC9-D7AB-4468-9F82-A19238933C1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000136" y="2972538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Flora Berggren​​</a:t>
            </a:r>
          </a:p>
        </p:txBody>
      </p:sp>
      <p:sp>
        <p:nvSpPr>
          <p:cNvPr id="266" name="Marcador de texto 265">
            <a:extLst>
              <a:ext uri="{FF2B5EF4-FFF2-40B4-BE49-F238E27FC236}">
                <a16:creationId xmlns:a16="http://schemas.microsoft.com/office/drawing/2014/main" id="{07875ABF-89D4-4476-BEBD-FD3F3A52424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00274" y="3198338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Directora de operaciones</a:t>
            </a:r>
          </a:p>
        </p:txBody>
      </p:sp>
      <p:sp>
        <p:nvSpPr>
          <p:cNvPr id="267" name="Marcador de texto 266">
            <a:extLst>
              <a:ext uri="{FF2B5EF4-FFF2-40B4-BE49-F238E27FC236}">
                <a16:creationId xmlns:a16="http://schemas.microsoft.com/office/drawing/2014/main" id="{B1015474-0465-49F3-8DB6-C8B8C83D059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095950" y="2972370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Rajesh Santoshi​​</a:t>
            </a:r>
          </a:p>
        </p:txBody>
      </p:sp>
      <p:sp>
        <p:nvSpPr>
          <p:cNvPr id="268" name="Marcador de texto 267">
            <a:extLst>
              <a:ext uri="{FF2B5EF4-FFF2-40B4-BE49-F238E27FC236}">
                <a16:creationId xmlns:a16="http://schemas.microsoft.com/office/drawing/2014/main" id="{D0848036-1420-4B8F-A927-CBE8061162F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196088" y="3198338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Vicepresidente de marketing</a:t>
            </a:r>
          </a:p>
        </p:txBody>
      </p:sp>
      <p:pic>
        <p:nvPicPr>
          <p:cNvPr id="59" name="Marcador de posición de imagen 58" descr="Una persona con gafas">
            <a:extLst>
              <a:ext uri="{FF2B5EF4-FFF2-40B4-BE49-F238E27FC236}">
                <a16:creationId xmlns:a16="http://schemas.microsoft.com/office/drawing/2014/main" id="{626ECF90-59BC-4F2B-BBE1-E3C278CB2688}"/>
              </a:ext>
            </a:extLst>
          </p:cNvPr>
          <p:cNvPicPr>
            <a:picLocks noGrp="1" noChangeAspect="1"/>
          </p:cNvPicPr>
          <p:nvPr>
            <p:ph type="pic" sz="quarter" idx="42"/>
          </p:nvPr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36338" y="3967833"/>
            <a:ext cx="1391577" cy="1391576"/>
          </a:xfrm>
        </p:spPr>
      </p:pic>
      <p:pic>
        <p:nvPicPr>
          <p:cNvPr id="63" name="Marcador de posición de imagen 62" descr="Una persona con pelo rizado">
            <a:extLst>
              <a:ext uri="{FF2B5EF4-FFF2-40B4-BE49-F238E27FC236}">
                <a16:creationId xmlns:a16="http://schemas.microsoft.com/office/drawing/2014/main" id="{12DE1073-A7D7-4B15-97E5-5223F966A93D}"/>
              </a:ext>
            </a:extLst>
          </p:cNvPr>
          <p:cNvPicPr>
            <a:picLocks noGrp="1" noChangeAspect="1"/>
          </p:cNvPicPr>
          <p:nvPr>
            <p:ph type="pic" sz="quarter" idx="43"/>
          </p:nvPr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9990" y="3967100"/>
            <a:ext cx="1391577" cy="1391576"/>
          </a:xfrm>
        </p:spPr>
      </p:pic>
      <p:pic>
        <p:nvPicPr>
          <p:cNvPr id="259" name="Marcador de posición de imagen 258" descr="Una persona sonriendo a la cámara">
            <a:extLst>
              <a:ext uri="{FF2B5EF4-FFF2-40B4-BE49-F238E27FC236}">
                <a16:creationId xmlns:a16="http://schemas.microsoft.com/office/drawing/2014/main" id="{4834A02F-4080-4730-844D-49401E4CB45C}"/>
              </a:ext>
            </a:extLst>
          </p:cNvPr>
          <p:cNvPicPr>
            <a:picLocks noGrp="1" noChangeAspect="1"/>
          </p:cNvPicPr>
          <p:nvPr>
            <p:ph type="pic" sz="quarter" idx="44"/>
          </p:nvPr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05040" y="3976660"/>
            <a:ext cx="1391577" cy="1391576"/>
          </a:xfrm>
        </p:spPr>
      </p:pic>
      <p:pic>
        <p:nvPicPr>
          <p:cNvPr id="281" name="Marcador de posición de imagen 280" descr="Una persona sonriendo a la cámara">
            <a:extLst>
              <a:ext uri="{FF2B5EF4-FFF2-40B4-BE49-F238E27FC236}">
                <a16:creationId xmlns:a16="http://schemas.microsoft.com/office/drawing/2014/main" id="{EA033618-7119-454B-AA08-8353379B217F}"/>
              </a:ext>
            </a:extLst>
          </p:cNvPr>
          <p:cNvPicPr>
            <a:picLocks noGrp="1" noChangeAspect="1"/>
          </p:cNvPicPr>
          <p:nvPr>
            <p:ph type="pic" sz="quarter" idx="45"/>
          </p:nvPr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84247" y="3967100"/>
            <a:ext cx="1391577" cy="1391576"/>
          </a:xfrm>
        </p:spPr>
      </p:pic>
      <p:sp>
        <p:nvSpPr>
          <p:cNvPr id="269" name="Marcador de texto 268">
            <a:extLst>
              <a:ext uri="{FF2B5EF4-FFF2-40B4-BE49-F238E27FC236}">
                <a16:creationId xmlns:a16="http://schemas.microsoft.com/office/drawing/2014/main" id="{060F23A0-4476-49CA-8AFA-35D2A5F2E5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796727" y="5587307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Graham Barnes</a:t>
            </a:r>
          </a:p>
        </p:txBody>
      </p:sp>
      <p:sp>
        <p:nvSpPr>
          <p:cNvPr id="270" name="Marcador de texto 269">
            <a:extLst>
              <a:ext uri="{FF2B5EF4-FFF2-40B4-BE49-F238E27FC236}">
                <a16:creationId xmlns:a16="http://schemas.microsoft.com/office/drawing/2014/main" id="{9B604063-7C9C-4FEF-9A10-0D259CEC58C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896865" y="5813275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Vicepresidente de producción</a:t>
            </a:r>
          </a:p>
        </p:txBody>
      </p:sp>
      <p:sp>
        <p:nvSpPr>
          <p:cNvPr id="271" name="Marcador de texto 270">
            <a:extLst>
              <a:ext uri="{FF2B5EF4-FFF2-40B4-BE49-F238E27FC236}">
                <a16:creationId xmlns:a16="http://schemas.microsoft.com/office/drawing/2014/main" id="{E707572D-7863-49B8-B805-420CDCB107F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4898932" y="5587307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Rowan Murphy​</a:t>
            </a:r>
          </a:p>
        </p:txBody>
      </p:sp>
      <p:sp>
        <p:nvSpPr>
          <p:cNvPr id="272" name="Marcador de texto 271">
            <a:extLst>
              <a:ext uri="{FF2B5EF4-FFF2-40B4-BE49-F238E27FC236}">
                <a16:creationId xmlns:a16="http://schemas.microsoft.com/office/drawing/2014/main" id="{C85B6129-3709-43BC-B78D-24BE1D20694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99070" y="5813275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Estratega de SEO</a:t>
            </a:r>
          </a:p>
        </p:txBody>
      </p:sp>
      <p:sp>
        <p:nvSpPr>
          <p:cNvPr id="273" name="Marcador de texto 272">
            <a:extLst>
              <a:ext uri="{FF2B5EF4-FFF2-40B4-BE49-F238E27FC236}">
                <a16:creationId xmlns:a16="http://schemas.microsoft.com/office/drawing/2014/main" id="{0140E9D5-05CF-46F9-8F0A-D26D1C30032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00136" y="5587475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Elizabeth Moore​</a:t>
            </a:r>
          </a:p>
        </p:txBody>
      </p:sp>
      <p:sp>
        <p:nvSpPr>
          <p:cNvPr id="274" name="Marcador de texto 273">
            <a:extLst>
              <a:ext uri="{FF2B5EF4-FFF2-40B4-BE49-F238E27FC236}">
                <a16:creationId xmlns:a16="http://schemas.microsoft.com/office/drawing/2014/main" id="{0ACBBA68-B2EC-48C6-A722-9A401C21CFF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7100274" y="5813275"/>
            <a:ext cx="1885516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Diseñador de productos</a:t>
            </a:r>
          </a:p>
        </p:txBody>
      </p:sp>
      <p:sp>
        <p:nvSpPr>
          <p:cNvPr id="275" name="Marcador de texto 274">
            <a:extLst>
              <a:ext uri="{FF2B5EF4-FFF2-40B4-BE49-F238E27FC236}">
                <a16:creationId xmlns:a16="http://schemas.microsoft.com/office/drawing/2014/main" id="{D3CF2955-2D46-45EE-A32F-C03ACB6DAB7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095950" y="5587307"/>
            <a:ext cx="2085792" cy="27465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Robin Kline​</a:t>
            </a:r>
          </a:p>
        </p:txBody>
      </p:sp>
      <p:sp>
        <p:nvSpPr>
          <p:cNvPr id="276" name="Marcador de texto 275">
            <a:extLst>
              <a:ext uri="{FF2B5EF4-FFF2-40B4-BE49-F238E27FC236}">
                <a16:creationId xmlns:a16="http://schemas.microsoft.com/office/drawing/2014/main" id="{A514F4ED-057A-4AAF-A3BE-A73CA3890F4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192018" y="5813275"/>
            <a:ext cx="1885515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Desarrollador de contenido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153E769-4F0D-4D0D-BDB3-105F25170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B84DAF4-634B-40FC-9DAF-839B8E934D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18</a:t>
            </a:fld>
            <a:endParaRPr lang="es-ES"/>
          </a:p>
        </p:txBody>
      </p:sp>
      <p:sp>
        <p:nvSpPr>
          <p:cNvPr id="278" name="Marcador de fecha 277">
            <a:extLst>
              <a:ext uri="{FF2B5EF4-FFF2-40B4-BE49-F238E27FC236}">
                <a16:creationId xmlns:a16="http://schemas.microsoft.com/office/drawing/2014/main" id="{D2BD6615-FC04-4A3C-B0F0-5C12B53EF3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1467684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37">
            <a:extLst>
              <a:ext uri="{FF2B5EF4-FFF2-40B4-BE49-F238E27FC236}">
                <a16:creationId xmlns:a16="http://schemas.microsoft.com/office/drawing/2014/main" id="{56C6724C-9FF7-4DF9-B366-D5C52888E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1507" y="412356"/>
            <a:ext cx="5561556" cy="56767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Financiación</a:t>
            </a:r>
          </a:p>
        </p:txBody>
      </p:sp>
      <p:sp>
        <p:nvSpPr>
          <p:cNvPr id="121" name="Marcador de texto 120">
            <a:extLst>
              <a:ext uri="{FF2B5EF4-FFF2-40B4-BE49-F238E27FC236}">
                <a16:creationId xmlns:a16="http://schemas.microsoft.com/office/drawing/2014/main" id="{3EC3454A-0EA5-4C3A-B450-DDFF5E5870F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0273" y="2216292"/>
            <a:ext cx="1611892" cy="115163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spc="300" dirty="0"/>
              <a:t>12 000</a:t>
            </a:r>
          </a:p>
        </p:txBody>
      </p:sp>
      <p:sp>
        <p:nvSpPr>
          <p:cNvPr id="122" name="Marcador de texto 121">
            <a:extLst>
              <a:ext uri="{FF2B5EF4-FFF2-40B4-BE49-F238E27FC236}">
                <a16:creationId xmlns:a16="http://schemas.microsoft.com/office/drawing/2014/main" id="{9B62333D-A92E-480A-B410-E38591B9F82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13801" y="2216293"/>
            <a:ext cx="1611892" cy="115163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spc="300"/>
              <a:t>14 000</a:t>
            </a:r>
          </a:p>
        </p:txBody>
      </p:sp>
      <p:sp>
        <p:nvSpPr>
          <p:cNvPr id="123" name="Marcador de texto 122">
            <a:extLst>
              <a:ext uri="{FF2B5EF4-FFF2-40B4-BE49-F238E27FC236}">
                <a16:creationId xmlns:a16="http://schemas.microsoft.com/office/drawing/2014/main" id="{FB3CE12F-738B-455E-9355-23BD96C5702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97329" y="2216293"/>
            <a:ext cx="1611892" cy="115163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spc="300"/>
              <a:t>32 000</a:t>
            </a:r>
          </a:p>
        </p:txBody>
      </p:sp>
      <p:sp>
        <p:nvSpPr>
          <p:cNvPr id="124" name="Marcador de texto 123">
            <a:extLst>
              <a:ext uri="{FF2B5EF4-FFF2-40B4-BE49-F238E27FC236}">
                <a16:creationId xmlns:a16="http://schemas.microsoft.com/office/drawing/2014/main" id="{88FF8AD0-5502-494F-B9DF-E65EEB0F074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80856" y="2216293"/>
            <a:ext cx="1611892" cy="115163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3000" spc="300"/>
              <a:t>82 000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485F1817-57FD-4E22-B791-FB70319169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26" y="3927568"/>
            <a:ext cx="2382386" cy="61370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Propiedad</a:t>
            </a:r>
          </a:p>
        </p:txBody>
      </p:sp>
      <p:sp>
        <p:nvSpPr>
          <p:cNvPr id="57" name="Marcador de texto 56">
            <a:extLst>
              <a:ext uri="{FF2B5EF4-FFF2-40B4-BE49-F238E27FC236}">
                <a16:creationId xmlns:a16="http://schemas.microsoft.com/office/drawing/2014/main" id="{7A15FA0D-1700-430B-B189-08D820F8FD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5026" y="4519311"/>
            <a:ext cx="2382386" cy="85793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Ingresos obtenidos del alquiler de inmuebles</a:t>
            </a:r>
          </a:p>
        </p:txBody>
      </p:sp>
      <p:sp>
        <p:nvSpPr>
          <p:cNvPr id="19" name="Marcador de texto 18">
            <a:extLst>
              <a:ext uri="{FF2B5EF4-FFF2-40B4-BE49-F238E27FC236}">
                <a16:creationId xmlns:a16="http://schemas.microsoft.com/office/drawing/2014/main" id="{116241FF-379D-4C5E-A5A9-5ACCE975E4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28554" y="3927568"/>
            <a:ext cx="2382386" cy="61370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Ángeles inversores</a:t>
            </a:r>
          </a:p>
        </p:txBody>
      </p:sp>
      <p:sp>
        <p:nvSpPr>
          <p:cNvPr id="58" name="Marcador de texto 57">
            <a:extLst>
              <a:ext uri="{FF2B5EF4-FFF2-40B4-BE49-F238E27FC236}">
                <a16:creationId xmlns:a16="http://schemas.microsoft.com/office/drawing/2014/main" id="{3631C29B-F1C1-494F-AC0D-218DEF3535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28554" y="4519311"/>
            <a:ext cx="2382386" cy="85793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Importe obtenido a través de otros inversores</a:t>
            </a:r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80403D31-4B7A-4D06-B2C8-5671B20409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912082" y="3927568"/>
            <a:ext cx="2382386" cy="61370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Efectivo</a:t>
            </a:r>
          </a:p>
        </p:txBody>
      </p:sp>
      <p:sp>
        <p:nvSpPr>
          <p:cNvPr id="59" name="Marcador de texto 58">
            <a:extLst>
              <a:ext uri="{FF2B5EF4-FFF2-40B4-BE49-F238E27FC236}">
                <a16:creationId xmlns:a16="http://schemas.microsoft.com/office/drawing/2014/main" id="{FD4CD6F4-17BE-49EF-BE2E-F9D3790441B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912082" y="4519311"/>
            <a:ext cx="2382386" cy="85793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Efectivo líquido disponible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E1846A24-F89C-4782-A3CB-3C8B710BC77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95609" y="3927568"/>
            <a:ext cx="2382386" cy="61370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Acciones</a:t>
            </a:r>
          </a:p>
        </p:txBody>
      </p:sp>
      <p:sp>
        <p:nvSpPr>
          <p:cNvPr id="60" name="Marcador de texto 59">
            <a:extLst>
              <a:ext uri="{FF2B5EF4-FFF2-40B4-BE49-F238E27FC236}">
                <a16:creationId xmlns:a16="http://schemas.microsoft.com/office/drawing/2014/main" id="{B0B21CE3-707A-4A45-B46E-7E000F5052C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6047" y="4519311"/>
            <a:ext cx="2701510" cy="85793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Número de acciones convertidas en €</a:t>
            </a:r>
          </a:p>
        </p:txBody>
      </p:sp>
      <p:sp>
        <p:nvSpPr>
          <p:cNvPr id="254" name="Marcador de pie de página 253">
            <a:extLst>
              <a:ext uri="{FF2B5EF4-FFF2-40B4-BE49-F238E27FC236}">
                <a16:creationId xmlns:a16="http://schemas.microsoft.com/office/drawing/2014/main" id="{9DF4D139-9BDD-4805-9790-7AE16FDFB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255" name="Marcador de número de diapositiva 254">
            <a:extLst>
              <a:ext uri="{FF2B5EF4-FFF2-40B4-BE49-F238E27FC236}">
                <a16:creationId xmlns:a16="http://schemas.microsoft.com/office/drawing/2014/main" id="{0911F1E0-1FA7-400E-8710-DAAD103CDD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19</a:t>
            </a:fld>
            <a:endParaRPr lang="es-ES"/>
          </a:p>
        </p:txBody>
      </p:sp>
      <p:sp>
        <p:nvSpPr>
          <p:cNvPr id="434" name="Marcador de fecha 433">
            <a:extLst>
              <a:ext uri="{FF2B5EF4-FFF2-40B4-BE49-F238E27FC236}">
                <a16:creationId xmlns:a16="http://schemas.microsoft.com/office/drawing/2014/main" id="{0377EB1E-65F5-456C-9DB1-7FB8F5C772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</a:p>
        </p:txBody>
      </p:sp>
      <p:grpSp>
        <p:nvGrpSpPr>
          <p:cNvPr id="18" name="Gráfico 17">
            <a:extLst>
              <a:ext uri="{FF2B5EF4-FFF2-40B4-BE49-F238E27FC236}">
                <a16:creationId xmlns:a16="http://schemas.microsoft.com/office/drawing/2014/main" id="{6AB4C7D7-85FD-45DC-B118-5116A234F3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4932" y="1880822"/>
            <a:ext cx="1822574" cy="1822573"/>
            <a:chOff x="545026" y="3295434"/>
            <a:chExt cx="2382386" cy="2382385"/>
          </a:xfrm>
        </p:grpSpPr>
        <p:sp>
          <p:nvSpPr>
            <p:cNvPr id="20" name="Gráfico 17">
              <a:extLst>
                <a:ext uri="{FF2B5EF4-FFF2-40B4-BE49-F238E27FC236}">
                  <a16:creationId xmlns:a16="http://schemas.microsoft.com/office/drawing/2014/main" id="{42D5DCDC-AC8E-47BA-9E78-438F00FF3204}"/>
                </a:ext>
              </a:extLst>
            </p:cNvPr>
            <p:cNvSpPr/>
            <p:nvPr/>
          </p:nvSpPr>
          <p:spPr>
            <a:xfrm>
              <a:off x="545026" y="3372572"/>
              <a:ext cx="2382386" cy="2305247"/>
            </a:xfrm>
            <a:custGeom>
              <a:avLst/>
              <a:gdLst>
                <a:gd name="connsiteX0" fmla="*/ 1613719 w 2382386"/>
                <a:gd name="connsiteY0" fmla="*/ 0 h 2305247"/>
                <a:gd name="connsiteX1" fmla="*/ 1613719 w 2382386"/>
                <a:gd name="connsiteY1" fmla="*/ 196239 h 2305247"/>
                <a:gd name="connsiteX2" fmla="*/ 1905469 w 2382386"/>
                <a:gd name="connsiteY2" fmla="*/ 399749 h 2305247"/>
                <a:gd name="connsiteX3" fmla="*/ 2122041 w 2382386"/>
                <a:gd name="connsiteY3" fmla="*/ 720912 h 2305247"/>
                <a:gd name="connsiteX4" fmla="*/ 2201351 w 2382386"/>
                <a:gd name="connsiteY4" fmla="*/ 1114055 h 2305247"/>
                <a:gd name="connsiteX5" fmla="*/ 2122041 w 2382386"/>
                <a:gd name="connsiteY5" fmla="*/ 1507198 h 2305247"/>
                <a:gd name="connsiteX6" fmla="*/ 1905469 w 2382386"/>
                <a:gd name="connsiteY6" fmla="*/ 1828361 h 2305247"/>
                <a:gd name="connsiteX7" fmla="*/ 1584306 w 2382386"/>
                <a:gd name="connsiteY7" fmla="*/ 2044933 h 2305247"/>
                <a:gd name="connsiteX8" fmla="*/ 1191163 w 2382386"/>
                <a:gd name="connsiteY8" fmla="*/ 2124243 h 2305247"/>
                <a:gd name="connsiteX9" fmla="*/ 798020 w 2382386"/>
                <a:gd name="connsiteY9" fmla="*/ 2044933 h 2305247"/>
                <a:gd name="connsiteX10" fmla="*/ 476857 w 2382386"/>
                <a:gd name="connsiteY10" fmla="*/ 1828361 h 2305247"/>
                <a:gd name="connsiteX11" fmla="*/ 260285 w 2382386"/>
                <a:gd name="connsiteY11" fmla="*/ 1507198 h 2305247"/>
                <a:gd name="connsiteX12" fmla="*/ 181005 w 2382386"/>
                <a:gd name="connsiteY12" fmla="*/ 1114055 h 2305247"/>
                <a:gd name="connsiteX13" fmla="*/ 260315 w 2382386"/>
                <a:gd name="connsiteY13" fmla="*/ 720912 h 2305247"/>
                <a:gd name="connsiteX14" fmla="*/ 476888 w 2382386"/>
                <a:gd name="connsiteY14" fmla="*/ 399749 h 2305247"/>
                <a:gd name="connsiteX15" fmla="*/ 768637 w 2382386"/>
                <a:gd name="connsiteY15" fmla="*/ 196239 h 2305247"/>
                <a:gd name="connsiteX16" fmla="*/ 768637 w 2382386"/>
                <a:gd name="connsiteY16" fmla="*/ 0 h 2305247"/>
                <a:gd name="connsiteX17" fmla="*/ 0 w 2382386"/>
                <a:gd name="connsiteY17" fmla="*/ 1114055 h 2305247"/>
                <a:gd name="connsiteX18" fmla="*/ 1191193 w 2382386"/>
                <a:gd name="connsiteY18" fmla="*/ 2305248 h 2305247"/>
                <a:gd name="connsiteX19" fmla="*/ 2382386 w 2382386"/>
                <a:gd name="connsiteY19" fmla="*/ 1114055 h 2305247"/>
                <a:gd name="connsiteX20" fmla="*/ 1613719 w 2382386"/>
                <a:gd name="connsiteY20" fmla="*/ 0 h 230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382386" h="2305247">
                  <a:moveTo>
                    <a:pt x="1613719" y="0"/>
                  </a:moveTo>
                  <a:lnTo>
                    <a:pt x="1613719" y="196239"/>
                  </a:lnTo>
                  <a:cubicBezTo>
                    <a:pt x="1722231" y="246227"/>
                    <a:pt x="1820276" y="314556"/>
                    <a:pt x="1905469" y="399749"/>
                  </a:cubicBezTo>
                  <a:cubicBezTo>
                    <a:pt x="1998294" y="492575"/>
                    <a:pt x="2071148" y="600635"/>
                    <a:pt x="2122041" y="720912"/>
                  </a:cubicBezTo>
                  <a:cubicBezTo>
                    <a:pt x="2174683" y="845323"/>
                    <a:pt x="2201351" y="977607"/>
                    <a:pt x="2201351" y="1114055"/>
                  </a:cubicBezTo>
                  <a:cubicBezTo>
                    <a:pt x="2201351" y="1250502"/>
                    <a:pt x="2174683" y="1382787"/>
                    <a:pt x="2122041" y="1507198"/>
                  </a:cubicBezTo>
                  <a:cubicBezTo>
                    <a:pt x="2071179" y="1627475"/>
                    <a:pt x="1998324" y="1735505"/>
                    <a:pt x="1905469" y="1828361"/>
                  </a:cubicBezTo>
                  <a:cubicBezTo>
                    <a:pt x="1812643" y="1921186"/>
                    <a:pt x="1704583" y="1994040"/>
                    <a:pt x="1584306" y="2044933"/>
                  </a:cubicBezTo>
                  <a:cubicBezTo>
                    <a:pt x="1459895" y="2097545"/>
                    <a:pt x="1327611" y="2124243"/>
                    <a:pt x="1191163" y="2124243"/>
                  </a:cubicBezTo>
                  <a:cubicBezTo>
                    <a:pt x="1054716" y="2124243"/>
                    <a:pt x="922431" y="2097545"/>
                    <a:pt x="798020" y="2044933"/>
                  </a:cubicBezTo>
                  <a:cubicBezTo>
                    <a:pt x="677743" y="1994071"/>
                    <a:pt x="569713" y="1921186"/>
                    <a:pt x="476857" y="1828361"/>
                  </a:cubicBezTo>
                  <a:cubicBezTo>
                    <a:pt x="384032" y="1735535"/>
                    <a:pt x="311178" y="1627475"/>
                    <a:pt x="260285" y="1507198"/>
                  </a:cubicBezTo>
                  <a:cubicBezTo>
                    <a:pt x="207673" y="1382787"/>
                    <a:pt x="181005" y="1250502"/>
                    <a:pt x="181005" y="1114055"/>
                  </a:cubicBezTo>
                  <a:cubicBezTo>
                    <a:pt x="181005" y="977607"/>
                    <a:pt x="207673" y="845323"/>
                    <a:pt x="260315" y="720912"/>
                  </a:cubicBezTo>
                  <a:cubicBezTo>
                    <a:pt x="311178" y="600635"/>
                    <a:pt x="384032" y="492605"/>
                    <a:pt x="476888" y="399749"/>
                  </a:cubicBezTo>
                  <a:cubicBezTo>
                    <a:pt x="562081" y="314556"/>
                    <a:pt x="660125" y="246227"/>
                    <a:pt x="768637" y="196239"/>
                  </a:cubicBezTo>
                  <a:lnTo>
                    <a:pt x="768637" y="0"/>
                  </a:lnTo>
                  <a:cubicBezTo>
                    <a:pt x="319353" y="170476"/>
                    <a:pt x="0" y="604979"/>
                    <a:pt x="0" y="1114055"/>
                  </a:cubicBezTo>
                  <a:cubicBezTo>
                    <a:pt x="0" y="1771917"/>
                    <a:pt x="533301" y="2305248"/>
                    <a:pt x="1191193" y="2305248"/>
                  </a:cubicBezTo>
                  <a:cubicBezTo>
                    <a:pt x="1849055" y="2305248"/>
                    <a:pt x="2382386" y="1771947"/>
                    <a:pt x="2382386" y="1114055"/>
                  </a:cubicBezTo>
                  <a:cubicBezTo>
                    <a:pt x="2382356" y="604979"/>
                    <a:pt x="2063033" y="170476"/>
                    <a:pt x="1613719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  <p:sp>
          <p:nvSpPr>
            <p:cNvPr id="22" name="Gráfico 17">
              <a:extLst>
                <a:ext uri="{FF2B5EF4-FFF2-40B4-BE49-F238E27FC236}">
                  <a16:creationId xmlns:a16="http://schemas.microsoft.com/office/drawing/2014/main" id="{11347CE7-3994-4114-A0FF-31E477D1388D}"/>
                </a:ext>
              </a:extLst>
            </p:cNvPr>
            <p:cNvSpPr/>
            <p:nvPr/>
          </p:nvSpPr>
          <p:spPr>
            <a:xfrm>
              <a:off x="1302327" y="3295434"/>
              <a:ext cx="861065" cy="273377"/>
            </a:xfrm>
            <a:custGeom>
              <a:avLst/>
              <a:gdLst>
                <a:gd name="connsiteX0" fmla="*/ 29383 w 845111"/>
                <a:gd name="connsiteY0" fmla="*/ 260315 h 273377"/>
                <a:gd name="connsiteX1" fmla="*/ 422556 w 845111"/>
                <a:gd name="connsiteY1" fmla="*/ 181005 h 273377"/>
                <a:gd name="connsiteX2" fmla="*/ 815699 w 845111"/>
                <a:gd name="connsiteY2" fmla="*/ 260315 h 273377"/>
                <a:gd name="connsiteX3" fmla="*/ 845112 w 845111"/>
                <a:gd name="connsiteY3" fmla="*/ 273378 h 273377"/>
                <a:gd name="connsiteX4" fmla="*/ 845112 w 845111"/>
                <a:gd name="connsiteY4" fmla="*/ 77138 h 273377"/>
                <a:gd name="connsiteX5" fmla="*/ 422556 w 845111"/>
                <a:gd name="connsiteY5" fmla="*/ 0 h 273377"/>
                <a:gd name="connsiteX6" fmla="*/ 0 w 845111"/>
                <a:gd name="connsiteY6" fmla="*/ 77138 h 273377"/>
                <a:gd name="connsiteX7" fmla="*/ 0 w 845111"/>
                <a:gd name="connsiteY7" fmla="*/ 273378 h 273377"/>
                <a:gd name="connsiteX8" fmla="*/ 29383 w 845111"/>
                <a:gd name="connsiteY8" fmla="*/ 260315 h 273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45111" h="273377">
                  <a:moveTo>
                    <a:pt x="29383" y="260315"/>
                  </a:moveTo>
                  <a:cubicBezTo>
                    <a:pt x="153824" y="207703"/>
                    <a:pt x="286078" y="181005"/>
                    <a:pt x="422556" y="181005"/>
                  </a:cubicBezTo>
                  <a:cubicBezTo>
                    <a:pt x="559003" y="181005"/>
                    <a:pt x="691288" y="207703"/>
                    <a:pt x="815699" y="260315"/>
                  </a:cubicBezTo>
                  <a:cubicBezTo>
                    <a:pt x="825594" y="264508"/>
                    <a:pt x="835368" y="268883"/>
                    <a:pt x="845112" y="273378"/>
                  </a:cubicBezTo>
                  <a:lnTo>
                    <a:pt x="845112" y="77138"/>
                  </a:lnTo>
                  <a:cubicBezTo>
                    <a:pt x="713763" y="27302"/>
                    <a:pt x="571342" y="0"/>
                    <a:pt x="422556" y="0"/>
                  </a:cubicBezTo>
                  <a:cubicBezTo>
                    <a:pt x="273770" y="0"/>
                    <a:pt x="131319" y="27302"/>
                    <a:pt x="0" y="77138"/>
                  </a:cubicBezTo>
                  <a:lnTo>
                    <a:pt x="0" y="273378"/>
                  </a:lnTo>
                  <a:cubicBezTo>
                    <a:pt x="9714" y="268883"/>
                    <a:pt x="19488" y="264508"/>
                    <a:pt x="29383" y="260315"/>
                  </a:cubicBezTo>
                  <a:close/>
                </a:path>
              </a:pathLst>
            </a:custGeom>
            <a:solidFill>
              <a:schemeClr val="accent5"/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</p:grpSp>
      <p:grpSp>
        <p:nvGrpSpPr>
          <p:cNvPr id="24" name="Gráfico 19">
            <a:extLst>
              <a:ext uri="{FF2B5EF4-FFF2-40B4-BE49-F238E27FC236}">
                <a16:creationId xmlns:a16="http://schemas.microsoft.com/office/drawing/2014/main" id="{C3274E2D-7322-450D-B329-E7F0484211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08460" y="1880822"/>
            <a:ext cx="1822574" cy="1822574"/>
            <a:chOff x="3228554" y="3295434"/>
            <a:chExt cx="2382386" cy="2382386"/>
          </a:xfrm>
        </p:grpSpPr>
        <p:sp>
          <p:nvSpPr>
            <p:cNvPr id="25" name="Gráfico 19">
              <a:extLst>
                <a:ext uri="{FF2B5EF4-FFF2-40B4-BE49-F238E27FC236}">
                  <a16:creationId xmlns:a16="http://schemas.microsoft.com/office/drawing/2014/main" id="{22BB1AEA-648A-428A-A5AB-7ABD13965AB1}"/>
                </a:ext>
              </a:extLst>
            </p:cNvPr>
            <p:cNvSpPr/>
            <p:nvPr/>
          </p:nvSpPr>
          <p:spPr>
            <a:xfrm>
              <a:off x="3228554" y="3295434"/>
              <a:ext cx="2382386" cy="2382386"/>
            </a:xfrm>
            <a:custGeom>
              <a:avLst/>
              <a:gdLst>
                <a:gd name="connsiteX0" fmla="*/ 2201351 w 2382386"/>
                <a:gd name="connsiteY0" fmla="*/ 1191193 h 2382386"/>
                <a:gd name="connsiteX1" fmla="*/ 2122041 w 2382386"/>
                <a:gd name="connsiteY1" fmla="*/ 1584336 h 2382386"/>
                <a:gd name="connsiteX2" fmla="*/ 1905469 w 2382386"/>
                <a:gd name="connsiteY2" fmla="*/ 1905499 h 2382386"/>
                <a:gd name="connsiteX3" fmla="*/ 1584306 w 2382386"/>
                <a:gd name="connsiteY3" fmla="*/ 2122071 h 2382386"/>
                <a:gd name="connsiteX4" fmla="*/ 1191163 w 2382386"/>
                <a:gd name="connsiteY4" fmla="*/ 2201381 h 2382386"/>
                <a:gd name="connsiteX5" fmla="*/ 798020 w 2382386"/>
                <a:gd name="connsiteY5" fmla="*/ 2122071 h 2382386"/>
                <a:gd name="connsiteX6" fmla="*/ 476857 w 2382386"/>
                <a:gd name="connsiteY6" fmla="*/ 1905499 h 2382386"/>
                <a:gd name="connsiteX7" fmla="*/ 260285 w 2382386"/>
                <a:gd name="connsiteY7" fmla="*/ 1584336 h 2382386"/>
                <a:gd name="connsiteX8" fmla="*/ 181005 w 2382386"/>
                <a:gd name="connsiteY8" fmla="*/ 1191193 h 2382386"/>
                <a:gd name="connsiteX9" fmla="*/ 260315 w 2382386"/>
                <a:gd name="connsiteY9" fmla="*/ 798051 h 2382386"/>
                <a:gd name="connsiteX10" fmla="*/ 476888 w 2382386"/>
                <a:gd name="connsiteY10" fmla="*/ 476888 h 2382386"/>
                <a:gd name="connsiteX11" fmla="*/ 768637 w 2382386"/>
                <a:gd name="connsiteY11" fmla="*/ 273378 h 2382386"/>
                <a:gd name="connsiteX12" fmla="*/ 798051 w 2382386"/>
                <a:gd name="connsiteY12" fmla="*/ 260315 h 2382386"/>
                <a:gd name="connsiteX13" fmla="*/ 1191193 w 2382386"/>
                <a:gd name="connsiteY13" fmla="*/ 181005 h 2382386"/>
                <a:gd name="connsiteX14" fmla="*/ 1584336 w 2382386"/>
                <a:gd name="connsiteY14" fmla="*/ 260315 h 2382386"/>
                <a:gd name="connsiteX15" fmla="*/ 1613749 w 2382386"/>
                <a:gd name="connsiteY15" fmla="*/ 273378 h 2382386"/>
                <a:gd name="connsiteX16" fmla="*/ 1613749 w 2382386"/>
                <a:gd name="connsiteY16" fmla="*/ 77138 h 2382386"/>
                <a:gd name="connsiteX17" fmla="*/ 1191193 w 2382386"/>
                <a:gd name="connsiteY17" fmla="*/ 0 h 2382386"/>
                <a:gd name="connsiteX18" fmla="*/ 768637 w 2382386"/>
                <a:gd name="connsiteY18" fmla="*/ 77138 h 2382386"/>
                <a:gd name="connsiteX19" fmla="*/ 0 w 2382386"/>
                <a:gd name="connsiteY19" fmla="*/ 1191193 h 2382386"/>
                <a:gd name="connsiteX20" fmla="*/ 1191193 w 2382386"/>
                <a:gd name="connsiteY20" fmla="*/ 2382386 h 2382386"/>
                <a:gd name="connsiteX21" fmla="*/ 2382386 w 2382386"/>
                <a:gd name="connsiteY21" fmla="*/ 1191193 h 2382386"/>
                <a:gd name="connsiteX22" fmla="*/ 2376534 w 2382386"/>
                <a:gd name="connsiteY22" fmla="*/ 1072454 h 2382386"/>
                <a:gd name="connsiteX23" fmla="*/ 2194473 w 2382386"/>
                <a:gd name="connsiteY23" fmla="*/ 1072454 h 2382386"/>
                <a:gd name="connsiteX24" fmla="*/ 2201351 w 2382386"/>
                <a:gd name="connsiteY24" fmla="*/ 1191193 h 2382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382386" h="2382386">
                  <a:moveTo>
                    <a:pt x="2201351" y="1191193"/>
                  </a:moveTo>
                  <a:cubicBezTo>
                    <a:pt x="2201351" y="1327641"/>
                    <a:pt x="2174683" y="1459925"/>
                    <a:pt x="2122041" y="1584336"/>
                  </a:cubicBezTo>
                  <a:cubicBezTo>
                    <a:pt x="2071179" y="1704614"/>
                    <a:pt x="1998324" y="1812643"/>
                    <a:pt x="1905469" y="1905499"/>
                  </a:cubicBezTo>
                  <a:cubicBezTo>
                    <a:pt x="1812643" y="1998324"/>
                    <a:pt x="1704583" y="2071179"/>
                    <a:pt x="1584306" y="2122071"/>
                  </a:cubicBezTo>
                  <a:cubicBezTo>
                    <a:pt x="1459895" y="2174683"/>
                    <a:pt x="1327611" y="2201381"/>
                    <a:pt x="1191163" y="2201381"/>
                  </a:cubicBezTo>
                  <a:cubicBezTo>
                    <a:pt x="1054716" y="2201381"/>
                    <a:pt x="922431" y="2174683"/>
                    <a:pt x="798020" y="2122071"/>
                  </a:cubicBezTo>
                  <a:cubicBezTo>
                    <a:pt x="677743" y="2071209"/>
                    <a:pt x="569713" y="1998324"/>
                    <a:pt x="476857" y="1905499"/>
                  </a:cubicBezTo>
                  <a:cubicBezTo>
                    <a:pt x="384032" y="1812673"/>
                    <a:pt x="311178" y="1704614"/>
                    <a:pt x="260285" y="1584336"/>
                  </a:cubicBezTo>
                  <a:cubicBezTo>
                    <a:pt x="207703" y="1459925"/>
                    <a:pt x="181005" y="1327641"/>
                    <a:pt x="181005" y="1191193"/>
                  </a:cubicBezTo>
                  <a:cubicBezTo>
                    <a:pt x="181005" y="1054746"/>
                    <a:pt x="207673" y="922461"/>
                    <a:pt x="260315" y="798051"/>
                  </a:cubicBezTo>
                  <a:cubicBezTo>
                    <a:pt x="311178" y="677773"/>
                    <a:pt x="384032" y="569743"/>
                    <a:pt x="476888" y="476888"/>
                  </a:cubicBezTo>
                  <a:cubicBezTo>
                    <a:pt x="562081" y="391695"/>
                    <a:pt x="660125" y="323365"/>
                    <a:pt x="768637" y="273378"/>
                  </a:cubicBezTo>
                  <a:cubicBezTo>
                    <a:pt x="778351" y="268883"/>
                    <a:pt x="788125" y="264508"/>
                    <a:pt x="798051" y="260315"/>
                  </a:cubicBezTo>
                  <a:cubicBezTo>
                    <a:pt x="922461" y="207703"/>
                    <a:pt x="1054716" y="181005"/>
                    <a:pt x="1191193" y="181005"/>
                  </a:cubicBezTo>
                  <a:cubicBezTo>
                    <a:pt x="1327641" y="181005"/>
                    <a:pt x="1459925" y="207703"/>
                    <a:pt x="1584336" y="260315"/>
                  </a:cubicBezTo>
                  <a:cubicBezTo>
                    <a:pt x="1594231" y="264508"/>
                    <a:pt x="1604005" y="268883"/>
                    <a:pt x="1613749" y="273378"/>
                  </a:cubicBezTo>
                  <a:lnTo>
                    <a:pt x="1613749" y="77138"/>
                  </a:lnTo>
                  <a:cubicBezTo>
                    <a:pt x="1482400" y="27302"/>
                    <a:pt x="1339979" y="0"/>
                    <a:pt x="1191193" y="0"/>
                  </a:cubicBezTo>
                  <a:cubicBezTo>
                    <a:pt x="1042407" y="0"/>
                    <a:pt x="899956" y="27302"/>
                    <a:pt x="768637" y="77138"/>
                  </a:cubicBezTo>
                  <a:cubicBezTo>
                    <a:pt x="319353" y="247615"/>
                    <a:pt x="0" y="682117"/>
                    <a:pt x="0" y="1191193"/>
                  </a:cubicBezTo>
                  <a:cubicBezTo>
                    <a:pt x="0" y="1849055"/>
                    <a:pt x="533301" y="2382386"/>
                    <a:pt x="1191193" y="2382386"/>
                  </a:cubicBezTo>
                  <a:cubicBezTo>
                    <a:pt x="1849055" y="2382386"/>
                    <a:pt x="2382386" y="1849086"/>
                    <a:pt x="2382386" y="1191193"/>
                  </a:cubicBezTo>
                  <a:cubicBezTo>
                    <a:pt x="2382386" y="1151131"/>
                    <a:pt x="2380395" y="1111521"/>
                    <a:pt x="2376534" y="1072454"/>
                  </a:cubicBezTo>
                  <a:lnTo>
                    <a:pt x="2194473" y="1072454"/>
                  </a:lnTo>
                  <a:cubicBezTo>
                    <a:pt x="2198998" y="1111611"/>
                    <a:pt x="2201351" y="1151221"/>
                    <a:pt x="2201351" y="119119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  <p:sp>
          <p:nvSpPr>
            <p:cNvPr id="26" name="Gráfico 19">
              <a:extLst>
                <a:ext uri="{FF2B5EF4-FFF2-40B4-BE49-F238E27FC236}">
                  <a16:creationId xmlns:a16="http://schemas.microsoft.com/office/drawing/2014/main" id="{4FD12B93-6BE9-4848-9232-C173B66BEFCA}"/>
                </a:ext>
              </a:extLst>
            </p:cNvPr>
            <p:cNvSpPr/>
            <p:nvPr/>
          </p:nvSpPr>
          <p:spPr>
            <a:xfrm>
              <a:off x="4836606" y="3371529"/>
              <a:ext cx="760584" cy="995315"/>
            </a:xfrm>
            <a:custGeom>
              <a:avLst/>
              <a:gdLst>
                <a:gd name="connsiteX0" fmla="*/ 0 w 762784"/>
                <a:gd name="connsiteY0" fmla="*/ 0 h 995315"/>
                <a:gd name="connsiteX1" fmla="*/ 0 w 762784"/>
                <a:gd name="connsiteY1" fmla="*/ 0 h 995315"/>
                <a:gd name="connsiteX2" fmla="*/ 0 w 762784"/>
                <a:gd name="connsiteY2" fmla="*/ 196239 h 995315"/>
                <a:gd name="connsiteX3" fmla="*/ 0 w 762784"/>
                <a:gd name="connsiteY3" fmla="*/ 196239 h 995315"/>
                <a:gd name="connsiteX4" fmla="*/ 291750 w 762784"/>
                <a:gd name="connsiteY4" fmla="*/ 399749 h 995315"/>
                <a:gd name="connsiteX5" fmla="*/ 508322 w 762784"/>
                <a:gd name="connsiteY5" fmla="*/ 720912 h 995315"/>
                <a:gd name="connsiteX6" fmla="*/ 580724 w 762784"/>
                <a:gd name="connsiteY6" fmla="*/ 995316 h 995315"/>
                <a:gd name="connsiteX7" fmla="*/ 762785 w 762784"/>
                <a:gd name="connsiteY7" fmla="*/ 995316 h 995315"/>
                <a:gd name="connsiteX8" fmla="*/ 0 w 762784"/>
                <a:gd name="connsiteY8" fmla="*/ 0 h 995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2784" h="995315">
                  <a:moveTo>
                    <a:pt x="0" y="0"/>
                  </a:moveTo>
                  <a:lnTo>
                    <a:pt x="0" y="0"/>
                  </a:lnTo>
                  <a:lnTo>
                    <a:pt x="0" y="196239"/>
                  </a:lnTo>
                  <a:lnTo>
                    <a:pt x="0" y="196239"/>
                  </a:lnTo>
                  <a:cubicBezTo>
                    <a:pt x="108513" y="246227"/>
                    <a:pt x="206557" y="314556"/>
                    <a:pt x="291750" y="399749"/>
                  </a:cubicBezTo>
                  <a:cubicBezTo>
                    <a:pt x="384575" y="492575"/>
                    <a:pt x="457430" y="600635"/>
                    <a:pt x="508322" y="720912"/>
                  </a:cubicBezTo>
                  <a:cubicBezTo>
                    <a:pt x="545519" y="808881"/>
                    <a:pt x="569713" y="900801"/>
                    <a:pt x="580724" y="995316"/>
                  </a:cubicBezTo>
                  <a:lnTo>
                    <a:pt x="762785" y="995316"/>
                  </a:lnTo>
                  <a:cubicBezTo>
                    <a:pt x="717564" y="538218"/>
                    <a:pt x="413928" y="157082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</p:grpSp>
      <p:grpSp>
        <p:nvGrpSpPr>
          <p:cNvPr id="27" name="Gráfico 21">
            <a:extLst>
              <a:ext uri="{FF2B5EF4-FFF2-40B4-BE49-F238E27FC236}">
                <a16:creationId xmlns:a16="http://schemas.microsoft.com/office/drawing/2014/main" id="{48515CB0-1F54-4246-9205-AC1FA008E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91999" y="1880822"/>
            <a:ext cx="1822552" cy="1822574"/>
            <a:chOff x="5912082" y="3295434"/>
            <a:chExt cx="2382356" cy="2382386"/>
          </a:xfrm>
        </p:grpSpPr>
        <p:sp>
          <p:nvSpPr>
            <p:cNvPr id="28" name="Gráfico 21">
              <a:extLst>
                <a:ext uri="{FF2B5EF4-FFF2-40B4-BE49-F238E27FC236}">
                  <a16:creationId xmlns:a16="http://schemas.microsoft.com/office/drawing/2014/main" id="{4488B693-6D14-4B14-8371-AA6BBFDCB674}"/>
                </a:ext>
              </a:extLst>
            </p:cNvPr>
            <p:cNvSpPr/>
            <p:nvPr/>
          </p:nvSpPr>
          <p:spPr>
            <a:xfrm>
              <a:off x="5912082" y="3295434"/>
              <a:ext cx="2376533" cy="2382386"/>
            </a:xfrm>
            <a:custGeom>
              <a:avLst/>
              <a:gdLst>
                <a:gd name="connsiteX0" fmla="*/ 1191193 w 2376533"/>
                <a:gd name="connsiteY0" fmla="*/ 2201351 h 2382386"/>
                <a:gd name="connsiteX1" fmla="*/ 798051 w 2376533"/>
                <a:gd name="connsiteY1" fmla="*/ 2122041 h 2382386"/>
                <a:gd name="connsiteX2" fmla="*/ 476888 w 2376533"/>
                <a:gd name="connsiteY2" fmla="*/ 1905469 h 2382386"/>
                <a:gd name="connsiteX3" fmla="*/ 260315 w 2376533"/>
                <a:gd name="connsiteY3" fmla="*/ 1584306 h 2382386"/>
                <a:gd name="connsiteX4" fmla="*/ 181005 w 2376533"/>
                <a:gd name="connsiteY4" fmla="*/ 1191193 h 2382386"/>
                <a:gd name="connsiteX5" fmla="*/ 260315 w 2376533"/>
                <a:gd name="connsiteY5" fmla="*/ 798051 h 2382386"/>
                <a:gd name="connsiteX6" fmla="*/ 476888 w 2376533"/>
                <a:gd name="connsiteY6" fmla="*/ 476888 h 2382386"/>
                <a:gd name="connsiteX7" fmla="*/ 768637 w 2376533"/>
                <a:gd name="connsiteY7" fmla="*/ 273378 h 2382386"/>
                <a:gd name="connsiteX8" fmla="*/ 798051 w 2376533"/>
                <a:gd name="connsiteY8" fmla="*/ 260315 h 2382386"/>
                <a:gd name="connsiteX9" fmla="*/ 1191193 w 2376533"/>
                <a:gd name="connsiteY9" fmla="*/ 181005 h 2382386"/>
                <a:gd name="connsiteX10" fmla="*/ 1584336 w 2376533"/>
                <a:gd name="connsiteY10" fmla="*/ 260315 h 2382386"/>
                <a:gd name="connsiteX11" fmla="*/ 1613749 w 2376533"/>
                <a:gd name="connsiteY11" fmla="*/ 273378 h 2382386"/>
                <a:gd name="connsiteX12" fmla="*/ 1905499 w 2376533"/>
                <a:gd name="connsiteY12" fmla="*/ 476888 h 2382386"/>
                <a:gd name="connsiteX13" fmla="*/ 2122071 w 2376533"/>
                <a:gd name="connsiteY13" fmla="*/ 798051 h 2382386"/>
                <a:gd name="connsiteX14" fmla="*/ 2194473 w 2376533"/>
                <a:gd name="connsiteY14" fmla="*/ 1072454 h 2382386"/>
                <a:gd name="connsiteX15" fmla="*/ 2376534 w 2376533"/>
                <a:gd name="connsiteY15" fmla="*/ 1072454 h 2382386"/>
                <a:gd name="connsiteX16" fmla="*/ 1613749 w 2376533"/>
                <a:gd name="connsiteY16" fmla="*/ 77138 h 2382386"/>
                <a:gd name="connsiteX17" fmla="*/ 1191193 w 2376533"/>
                <a:gd name="connsiteY17" fmla="*/ 0 h 2382386"/>
                <a:gd name="connsiteX18" fmla="*/ 768637 w 2376533"/>
                <a:gd name="connsiteY18" fmla="*/ 77138 h 2382386"/>
                <a:gd name="connsiteX19" fmla="*/ 0 w 2376533"/>
                <a:gd name="connsiteY19" fmla="*/ 1191193 h 2382386"/>
                <a:gd name="connsiteX20" fmla="*/ 1191193 w 2376533"/>
                <a:gd name="connsiteY20" fmla="*/ 2382386 h 2382386"/>
                <a:gd name="connsiteX21" fmla="*/ 1395668 w 2376533"/>
                <a:gd name="connsiteY21" fmla="*/ 2364889 h 2382386"/>
                <a:gd name="connsiteX22" fmla="*/ 1395668 w 2376533"/>
                <a:gd name="connsiteY22" fmla="*/ 2180747 h 2382386"/>
                <a:gd name="connsiteX23" fmla="*/ 1191193 w 2376533"/>
                <a:gd name="connsiteY23" fmla="*/ 2201351 h 2382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76533" h="2382386">
                  <a:moveTo>
                    <a:pt x="1191193" y="2201351"/>
                  </a:moveTo>
                  <a:cubicBezTo>
                    <a:pt x="1054746" y="2201351"/>
                    <a:pt x="922461" y="2174683"/>
                    <a:pt x="798051" y="2122041"/>
                  </a:cubicBezTo>
                  <a:cubicBezTo>
                    <a:pt x="677773" y="2071179"/>
                    <a:pt x="569743" y="1998324"/>
                    <a:pt x="476888" y="1905469"/>
                  </a:cubicBezTo>
                  <a:cubicBezTo>
                    <a:pt x="384062" y="1812643"/>
                    <a:pt x="311208" y="1704583"/>
                    <a:pt x="260315" y="1584306"/>
                  </a:cubicBezTo>
                  <a:cubicBezTo>
                    <a:pt x="207703" y="1459925"/>
                    <a:pt x="181005" y="1327641"/>
                    <a:pt x="181005" y="1191193"/>
                  </a:cubicBezTo>
                  <a:cubicBezTo>
                    <a:pt x="181005" y="1054746"/>
                    <a:pt x="207673" y="922461"/>
                    <a:pt x="260315" y="798051"/>
                  </a:cubicBezTo>
                  <a:cubicBezTo>
                    <a:pt x="311178" y="677773"/>
                    <a:pt x="384032" y="569743"/>
                    <a:pt x="476888" y="476888"/>
                  </a:cubicBezTo>
                  <a:cubicBezTo>
                    <a:pt x="562081" y="391695"/>
                    <a:pt x="660125" y="323365"/>
                    <a:pt x="768637" y="273378"/>
                  </a:cubicBezTo>
                  <a:cubicBezTo>
                    <a:pt x="778351" y="268883"/>
                    <a:pt x="788125" y="264508"/>
                    <a:pt x="798051" y="260315"/>
                  </a:cubicBezTo>
                  <a:cubicBezTo>
                    <a:pt x="922461" y="207703"/>
                    <a:pt x="1054716" y="181005"/>
                    <a:pt x="1191193" y="181005"/>
                  </a:cubicBezTo>
                  <a:cubicBezTo>
                    <a:pt x="1327641" y="181005"/>
                    <a:pt x="1459925" y="207703"/>
                    <a:pt x="1584336" y="260315"/>
                  </a:cubicBezTo>
                  <a:cubicBezTo>
                    <a:pt x="1594231" y="264508"/>
                    <a:pt x="1604005" y="268883"/>
                    <a:pt x="1613749" y="273378"/>
                  </a:cubicBezTo>
                  <a:cubicBezTo>
                    <a:pt x="1722262" y="323365"/>
                    <a:pt x="1820306" y="391695"/>
                    <a:pt x="1905499" y="476888"/>
                  </a:cubicBezTo>
                  <a:cubicBezTo>
                    <a:pt x="1998324" y="569713"/>
                    <a:pt x="2071179" y="677773"/>
                    <a:pt x="2122071" y="798051"/>
                  </a:cubicBezTo>
                  <a:cubicBezTo>
                    <a:pt x="2159268" y="886019"/>
                    <a:pt x="2183462" y="977939"/>
                    <a:pt x="2194473" y="1072454"/>
                  </a:cubicBezTo>
                  <a:lnTo>
                    <a:pt x="2376534" y="1072454"/>
                  </a:lnTo>
                  <a:cubicBezTo>
                    <a:pt x="2331283" y="615356"/>
                    <a:pt x="2027677" y="234220"/>
                    <a:pt x="1613749" y="77138"/>
                  </a:cubicBezTo>
                  <a:cubicBezTo>
                    <a:pt x="1482400" y="27302"/>
                    <a:pt x="1339979" y="0"/>
                    <a:pt x="1191193" y="0"/>
                  </a:cubicBezTo>
                  <a:cubicBezTo>
                    <a:pt x="1042407" y="0"/>
                    <a:pt x="899956" y="27302"/>
                    <a:pt x="768637" y="77138"/>
                  </a:cubicBezTo>
                  <a:cubicBezTo>
                    <a:pt x="319353" y="247615"/>
                    <a:pt x="0" y="682117"/>
                    <a:pt x="0" y="1191193"/>
                  </a:cubicBezTo>
                  <a:cubicBezTo>
                    <a:pt x="0" y="1849055"/>
                    <a:pt x="533301" y="2382386"/>
                    <a:pt x="1191193" y="2382386"/>
                  </a:cubicBezTo>
                  <a:cubicBezTo>
                    <a:pt x="1260910" y="2382386"/>
                    <a:pt x="1329240" y="2376383"/>
                    <a:pt x="1395668" y="2364889"/>
                  </a:cubicBezTo>
                  <a:lnTo>
                    <a:pt x="1395668" y="2180747"/>
                  </a:lnTo>
                  <a:cubicBezTo>
                    <a:pt x="1328908" y="2194413"/>
                    <a:pt x="1260578" y="2201351"/>
                    <a:pt x="1191193" y="2201351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  <p:sp>
          <p:nvSpPr>
            <p:cNvPr id="29" name="Gráfico 21">
              <a:extLst>
                <a:ext uri="{FF2B5EF4-FFF2-40B4-BE49-F238E27FC236}">
                  <a16:creationId xmlns:a16="http://schemas.microsoft.com/office/drawing/2014/main" id="{88DB45DA-52F1-4715-B577-62F3689BDCA8}"/>
                </a:ext>
              </a:extLst>
            </p:cNvPr>
            <p:cNvSpPr/>
            <p:nvPr/>
          </p:nvSpPr>
          <p:spPr>
            <a:xfrm>
              <a:off x="7307720" y="4367886"/>
              <a:ext cx="986718" cy="1292435"/>
            </a:xfrm>
            <a:custGeom>
              <a:avLst/>
              <a:gdLst>
                <a:gd name="connsiteX0" fmla="*/ 986718 w 986718"/>
                <a:gd name="connsiteY0" fmla="*/ 118739 h 1292435"/>
                <a:gd name="connsiteX1" fmla="*/ 980866 w 986718"/>
                <a:gd name="connsiteY1" fmla="*/ 0 h 1292435"/>
                <a:gd name="connsiteX2" fmla="*/ 798805 w 986718"/>
                <a:gd name="connsiteY2" fmla="*/ 0 h 1292435"/>
                <a:gd name="connsiteX3" fmla="*/ 805713 w 986718"/>
                <a:gd name="connsiteY3" fmla="*/ 118739 h 1292435"/>
                <a:gd name="connsiteX4" fmla="*/ 726403 w 986718"/>
                <a:gd name="connsiteY4" fmla="*/ 511882 h 1292435"/>
                <a:gd name="connsiteX5" fmla="*/ 509830 w 986718"/>
                <a:gd name="connsiteY5" fmla="*/ 833045 h 1292435"/>
                <a:gd name="connsiteX6" fmla="*/ 188667 w 986718"/>
                <a:gd name="connsiteY6" fmla="*/ 1049617 h 1292435"/>
                <a:gd name="connsiteX7" fmla="*/ 0 w 986718"/>
                <a:gd name="connsiteY7" fmla="*/ 1108293 h 1292435"/>
                <a:gd name="connsiteX8" fmla="*/ 0 w 986718"/>
                <a:gd name="connsiteY8" fmla="*/ 1292435 h 1292435"/>
                <a:gd name="connsiteX9" fmla="*/ 986718 w 986718"/>
                <a:gd name="connsiteY9" fmla="*/ 118739 h 1292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86718" h="1292435">
                  <a:moveTo>
                    <a:pt x="986718" y="118739"/>
                  </a:moveTo>
                  <a:cubicBezTo>
                    <a:pt x="986718" y="78677"/>
                    <a:pt x="984727" y="39067"/>
                    <a:pt x="980866" y="0"/>
                  </a:cubicBezTo>
                  <a:lnTo>
                    <a:pt x="798805" y="0"/>
                  </a:lnTo>
                  <a:cubicBezTo>
                    <a:pt x="803360" y="39157"/>
                    <a:pt x="805713" y="78767"/>
                    <a:pt x="805713" y="118739"/>
                  </a:cubicBezTo>
                  <a:cubicBezTo>
                    <a:pt x="805713" y="255187"/>
                    <a:pt x="779045" y="387471"/>
                    <a:pt x="726403" y="511882"/>
                  </a:cubicBezTo>
                  <a:cubicBezTo>
                    <a:pt x="675540" y="632160"/>
                    <a:pt x="602686" y="740189"/>
                    <a:pt x="509830" y="833045"/>
                  </a:cubicBezTo>
                  <a:cubicBezTo>
                    <a:pt x="417005" y="925870"/>
                    <a:pt x="308945" y="998725"/>
                    <a:pt x="188667" y="1049617"/>
                  </a:cubicBezTo>
                  <a:cubicBezTo>
                    <a:pt x="127518" y="1075471"/>
                    <a:pt x="64498" y="1095049"/>
                    <a:pt x="0" y="1108293"/>
                  </a:cubicBezTo>
                  <a:lnTo>
                    <a:pt x="0" y="1292435"/>
                  </a:lnTo>
                  <a:cubicBezTo>
                    <a:pt x="560451" y="1195447"/>
                    <a:pt x="986718" y="706884"/>
                    <a:pt x="986718" y="118739"/>
                  </a:cubicBezTo>
                  <a:close/>
                </a:path>
              </a:pathLst>
            </a:custGeom>
            <a:solidFill>
              <a:schemeClr val="accent1">
                <a:lumMod val="50000"/>
                <a:lumOff val="50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</p:grpSp>
      <p:grpSp>
        <p:nvGrpSpPr>
          <p:cNvPr id="30" name="Gráfico 23">
            <a:extLst>
              <a:ext uri="{FF2B5EF4-FFF2-40B4-BE49-F238E27FC236}">
                <a16:creationId xmlns:a16="http://schemas.microsoft.com/office/drawing/2014/main" id="{C40853A7-FCBE-4866-B403-3823B9EA9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875538" y="1880822"/>
            <a:ext cx="1822529" cy="1822574"/>
            <a:chOff x="8595609" y="3295434"/>
            <a:chExt cx="2382326" cy="2382386"/>
          </a:xfrm>
        </p:grpSpPr>
        <p:sp>
          <p:nvSpPr>
            <p:cNvPr id="31" name="Gráfico 23">
              <a:extLst>
                <a:ext uri="{FF2B5EF4-FFF2-40B4-BE49-F238E27FC236}">
                  <a16:creationId xmlns:a16="http://schemas.microsoft.com/office/drawing/2014/main" id="{55F11AC1-6BB9-4D2B-9BF0-3D1551F78095}"/>
                </a:ext>
              </a:extLst>
            </p:cNvPr>
            <p:cNvSpPr/>
            <p:nvPr/>
          </p:nvSpPr>
          <p:spPr>
            <a:xfrm>
              <a:off x="9991247" y="3313021"/>
              <a:ext cx="986688" cy="2347331"/>
            </a:xfrm>
            <a:custGeom>
              <a:avLst/>
              <a:gdLst>
                <a:gd name="connsiteX0" fmla="*/ 980866 w 986688"/>
                <a:gd name="connsiteY0" fmla="*/ 1054866 h 2347331"/>
                <a:gd name="connsiteX1" fmla="*/ 218081 w 986688"/>
                <a:gd name="connsiteY1" fmla="*/ 59551 h 2347331"/>
                <a:gd name="connsiteX2" fmla="*/ 0 w 986688"/>
                <a:gd name="connsiteY2" fmla="*/ 0 h 2347331"/>
                <a:gd name="connsiteX3" fmla="*/ 0 w 986688"/>
                <a:gd name="connsiteY3" fmla="*/ 184082 h 2347331"/>
                <a:gd name="connsiteX4" fmla="*/ 188667 w 986688"/>
                <a:gd name="connsiteY4" fmla="*/ 242758 h 2347331"/>
                <a:gd name="connsiteX5" fmla="*/ 218081 w 986688"/>
                <a:gd name="connsiteY5" fmla="*/ 255820 h 2347331"/>
                <a:gd name="connsiteX6" fmla="*/ 509830 w 986688"/>
                <a:gd name="connsiteY6" fmla="*/ 459330 h 2347331"/>
                <a:gd name="connsiteX7" fmla="*/ 726403 w 986688"/>
                <a:gd name="connsiteY7" fmla="*/ 780493 h 2347331"/>
                <a:gd name="connsiteX8" fmla="*/ 798805 w 986688"/>
                <a:gd name="connsiteY8" fmla="*/ 1054897 h 2347331"/>
                <a:gd name="connsiteX9" fmla="*/ 805713 w 986688"/>
                <a:gd name="connsiteY9" fmla="*/ 1173636 h 2347331"/>
                <a:gd name="connsiteX10" fmla="*/ 726403 w 986688"/>
                <a:gd name="connsiteY10" fmla="*/ 1566778 h 2347331"/>
                <a:gd name="connsiteX11" fmla="*/ 509830 w 986688"/>
                <a:gd name="connsiteY11" fmla="*/ 1887941 h 2347331"/>
                <a:gd name="connsiteX12" fmla="*/ 188667 w 986688"/>
                <a:gd name="connsiteY12" fmla="*/ 2104514 h 2347331"/>
                <a:gd name="connsiteX13" fmla="*/ 0 w 986688"/>
                <a:gd name="connsiteY13" fmla="*/ 2163190 h 2347331"/>
                <a:gd name="connsiteX14" fmla="*/ 0 w 986688"/>
                <a:gd name="connsiteY14" fmla="*/ 2347332 h 2347331"/>
                <a:gd name="connsiteX15" fmla="*/ 986688 w 986688"/>
                <a:gd name="connsiteY15" fmla="*/ 1173666 h 2347331"/>
                <a:gd name="connsiteX16" fmla="*/ 980866 w 986688"/>
                <a:gd name="connsiteY16" fmla="*/ 1054866 h 234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86688" h="2347331">
                  <a:moveTo>
                    <a:pt x="980866" y="1054866"/>
                  </a:moveTo>
                  <a:cubicBezTo>
                    <a:pt x="935614" y="597769"/>
                    <a:pt x="632009" y="216633"/>
                    <a:pt x="218081" y="59551"/>
                  </a:cubicBezTo>
                  <a:cubicBezTo>
                    <a:pt x="148303" y="33064"/>
                    <a:pt x="75358" y="13032"/>
                    <a:pt x="0" y="0"/>
                  </a:cubicBezTo>
                  <a:lnTo>
                    <a:pt x="0" y="184082"/>
                  </a:lnTo>
                  <a:cubicBezTo>
                    <a:pt x="64498" y="197325"/>
                    <a:pt x="127548" y="216874"/>
                    <a:pt x="188667" y="242758"/>
                  </a:cubicBezTo>
                  <a:cubicBezTo>
                    <a:pt x="198562" y="246951"/>
                    <a:pt x="208337" y="251325"/>
                    <a:pt x="218081" y="255820"/>
                  </a:cubicBezTo>
                  <a:cubicBezTo>
                    <a:pt x="326593" y="305808"/>
                    <a:pt x="424638" y="374137"/>
                    <a:pt x="509830" y="459330"/>
                  </a:cubicBezTo>
                  <a:cubicBezTo>
                    <a:pt x="602656" y="552155"/>
                    <a:pt x="675510" y="660215"/>
                    <a:pt x="726403" y="780493"/>
                  </a:cubicBezTo>
                  <a:cubicBezTo>
                    <a:pt x="763599" y="868461"/>
                    <a:pt x="787794" y="960382"/>
                    <a:pt x="798805" y="1054897"/>
                  </a:cubicBezTo>
                  <a:cubicBezTo>
                    <a:pt x="803360" y="1094054"/>
                    <a:pt x="805713" y="1133664"/>
                    <a:pt x="805713" y="1173636"/>
                  </a:cubicBezTo>
                  <a:cubicBezTo>
                    <a:pt x="805713" y="1310083"/>
                    <a:pt x="779045" y="1442368"/>
                    <a:pt x="726403" y="1566778"/>
                  </a:cubicBezTo>
                  <a:cubicBezTo>
                    <a:pt x="675540" y="1687056"/>
                    <a:pt x="602686" y="1795086"/>
                    <a:pt x="509830" y="1887941"/>
                  </a:cubicBezTo>
                  <a:cubicBezTo>
                    <a:pt x="417005" y="1980767"/>
                    <a:pt x="308945" y="2053621"/>
                    <a:pt x="188667" y="2104514"/>
                  </a:cubicBezTo>
                  <a:cubicBezTo>
                    <a:pt x="127518" y="2130367"/>
                    <a:pt x="64498" y="2149946"/>
                    <a:pt x="0" y="2163190"/>
                  </a:cubicBezTo>
                  <a:lnTo>
                    <a:pt x="0" y="2347332"/>
                  </a:lnTo>
                  <a:cubicBezTo>
                    <a:pt x="560451" y="2250373"/>
                    <a:pt x="986688" y="1761811"/>
                    <a:pt x="986688" y="1173666"/>
                  </a:cubicBezTo>
                  <a:cubicBezTo>
                    <a:pt x="986718" y="1133513"/>
                    <a:pt x="984727" y="1093903"/>
                    <a:pt x="980866" y="1054866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  <p:sp>
          <p:nvSpPr>
            <p:cNvPr id="32" name="Gráfico 23">
              <a:extLst>
                <a:ext uri="{FF2B5EF4-FFF2-40B4-BE49-F238E27FC236}">
                  <a16:creationId xmlns:a16="http://schemas.microsoft.com/office/drawing/2014/main" id="{70EACCA0-807F-4040-BB88-BF740957326E}"/>
                </a:ext>
              </a:extLst>
            </p:cNvPr>
            <p:cNvSpPr/>
            <p:nvPr/>
          </p:nvSpPr>
          <p:spPr>
            <a:xfrm>
              <a:off x="8595609" y="3295434"/>
              <a:ext cx="1395668" cy="2382386"/>
            </a:xfrm>
            <a:custGeom>
              <a:avLst/>
              <a:gdLst>
                <a:gd name="connsiteX0" fmla="*/ 1191193 w 1395668"/>
                <a:gd name="connsiteY0" fmla="*/ 2201351 h 2382386"/>
                <a:gd name="connsiteX1" fmla="*/ 798051 w 1395668"/>
                <a:gd name="connsiteY1" fmla="*/ 2122041 h 2382386"/>
                <a:gd name="connsiteX2" fmla="*/ 476888 w 1395668"/>
                <a:gd name="connsiteY2" fmla="*/ 1905469 h 2382386"/>
                <a:gd name="connsiteX3" fmla="*/ 260315 w 1395668"/>
                <a:gd name="connsiteY3" fmla="*/ 1584306 h 2382386"/>
                <a:gd name="connsiteX4" fmla="*/ 181005 w 1395668"/>
                <a:gd name="connsiteY4" fmla="*/ 1191193 h 2382386"/>
                <a:gd name="connsiteX5" fmla="*/ 260315 w 1395668"/>
                <a:gd name="connsiteY5" fmla="*/ 798051 h 2382386"/>
                <a:gd name="connsiteX6" fmla="*/ 476888 w 1395668"/>
                <a:gd name="connsiteY6" fmla="*/ 476888 h 2382386"/>
                <a:gd name="connsiteX7" fmla="*/ 768637 w 1395668"/>
                <a:gd name="connsiteY7" fmla="*/ 273378 h 2382386"/>
                <a:gd name="connsiteX8" fmla="*/ 798051 w 1395668"/>
                <a:gd name="connsiteY8" fmla="*/ 260315 h 2382386"/>
                <a:gd name="connsiteX9" fmla="*/ 1191193 w 1395668"/>
                <a:gd name="connsiteY9" fmla="*/ 181005 h 2382386"/>
                <a:gd name="connsiteX10" fmla="*/ 1395668 w 1395668"/>
                <a:gd name="connsiteY10" fmla="*/ 201639 h 2382386"/>
                <a:gd name="connsiteX11" fmla="*/ 1395668 w 1395668"/>
                <a:gd name="connsiteY11" fmla="*/ 17557 h 2382386"/>
                <a:gd name="connsiteX12" fmla="*/ 1191193 w 1395668"/>
                <a:gd name="connsiteY12" fmla="*/ 0 h 2382386"/>
                <a:gd name="connsiteX13" fmla="*/ 768637 w 1395668"/>
                <a:gd name="connsiteY13" fmla="*/ 77138 h 2382386"/>
                <a:gd name="connsiteX14" fmla="*/ 0 w 1395668"/>
                <a:gd name="connsiteY14" fmla="*/ 1191193 h 2382386"/>
                <a:gd name="connsiteX15" fmla="*/ 1191193 w 1395668"/>
                <a:gd name="connsiteY15" fmla="*/ 2382386 h 2382386"/>
                <a:gd name="connsiteX16" fmla="*/ 1395668 w 1395668"/>
                <a:gd name="connsiteY16" fmla="*/ 2364889 h 2382386"/>
                <a:gd name="connsiteX17" fmla="*/ 1395668 w 1395668"/>
                <a:gd name="connsiteY17" fmla="*/ 2180747 h 2382386"/>
                <a:gd name="connsiteX18" fmla="*/ 1191193 w 1395668"/>
                <a:gd name="connsiteY18" fmla="*/ 2201351 h 2382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95668" h="2382386">
                  <a:moveTo>
                    <a:pt x="1191193" y="2201351"/>
                  </a:moveTo>
                  <a:cubicBezTo>
                    <a:pt x="1054746" y="2201351"/>
                    <a:pt x="922461" y="2174683"/>
                    <a:pt x="798051" y="2122041"/>
                  </a:cubicBezTo>
                  <a:cubicBezTo>
                    <a:pt x="677773" y="2071179"/>
                    <a:pt x="569743" y="1998324"/>
                    <a:pt x="476888" y="1905469"/>
                  </a:cubicBezTo>
                  <a:cubicBezTo>
                    <a:pt x="384062" y="1812643"/>
                    <a:pt x="311208" y="1704583"/>
                    <a:pt x="260315" y="1584306"/>
                  </a:cubicBezTo>
                  <a:cubicBezTo>
                    <a:pt x="207703" y="1459925"/>
                    <a:pt x="181005" y="1327641"/>
                    <a:pt x="181005" y="1191193"/>
                  </a:cubicBezTo>
                  <a:cubicBezTo>
                    <a:pt x="181005" y="1054746"/>
                    <a:pt x="207673" y="922461"/>
                    <a:pt x="260315" y="798051"/>
                  </a:cubicBezTo>
                  <a:cubicBezTo>
                    <a:pt x="311178" y="677773"/>
                    <a:pt x="384032" y="569743"/>
                    <a:pt x="476888" y="476888"/>
                  </a:cubicBezTo>
                  <a:cubicBezTo>
                    <a:pt x="562081" y="391695"/>
                    <a:pt x="660125" y="323365"/>
                    <a:pt x="768637" y="273378"/>
                  </a:cubicBezTo>
                  <a:cubicBezTo>
                    <a:pt x="778351" y="268883"/>
                    <a:pt x="788125" y="264508"/>
                    <a:pt x="798051" y="260315"/>
                  </a:cubicBezTo>
                  <a:cubicBezTo>
                    <a:pt x="922461" y="207703"/>
                    <a:pt x="1054716" y="181005"/>
                    <a:pt x="1191193" y="181005"/>
                  </a:cubicBezTo>
                  <a:cubicBezTo>
                    <a:pt x="1260609" y="181005"/>
                    <a:pt x="1328908" y="187943"/>
                    <a:pt x="1395668" y="201639"/>
                  </a:cubicBezTo>
                  <a:lnTo>
                    <a:pt x="1395668" y="17557"/>
                  </a:lnTo>
                  <a:cubicBezTo>
                    <a:pt x="1329209" y="6064"/>
                    <a:pt x="1260910" y="0"/>
                    <a:pt x="1191193" y="0"/>
                  </a:cubicBezTo>
                  <a:cubicBezTo>
                    <a:pt x="1042407" y="0"/>
                    <a:pt x="899956" y="27302"/>
                    <a:pt x="768637" y="77138"/>
                  </a:cubicBezTo>
                  <a:cubicBezTo>
                    <a:pt x="319353" y="247615"/>
                    <a:pt x="0" y="682117"/>
                    <a:pt x="0" y="1191193"/>
                  </a:cubicBezTo>
                  <a:cubicBezTo>
                    <a:pt x="0" y="1849055"/>
                    <a:pt x="533301" y="2382386"/>
                    <a:pt x="1191193" y="2382386"/>
                  </a:cubicBezTo>
                  <a:cubicBezTo>
                    <a:pt x="1260910" y="2382386"/>
                    <a:pt x="1329240" y="2376383"/>
                    <a:pt x="1395668" y="2364889"/>
                  </a:cubicBezTo>
                  <a:lnTo>
                    <a:pt x="1395668" y="2180747"/>
                  </a:lnTo>
                  <a:cubicBezTo>
                    <a:pt x="1328908" y="2194413"/>
                    <a:pt x="1260578" y="2201351"/>
                    <a:pt x="1191193" y="2201351"/>
                  </a:cubicBezTo>
                  <a:close/>
                </a:path>
              </a:pathLst>
            </a:custGeom>
            <a:solidFill>
              <a:schemeClr val="accent3"/>
            </a:solidFill>
            <a:ln w="3014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s-ES"/>
              </a:defPPr>
            </a:lstStyle>
            <a:p>
              <a:pPr rtl="0"/>
              <a:endParaRPr lang="es-ES" dirty="0">
                <a:latin typeface="Calibri Light" panose="020F03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1683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8A6AD16E-8FB5-4AC7-941E-313FBED60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441" y="1259911"/>
            <a:ext cx="5124189" cy="49230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Resumen</a:t>
            </a:r>
          </a:p>
        </p:txBody>
      </p:sp>
      <p:sp>
        <p:nvSpPr>
          <p:cNvPr id="22" name="Marcador de texto 21">
            <a:extLst>
              <a:ext uri="{FF2B5EF4-FFF2-40B4-BE49-F238E27FC236}">
                <a16:creationId xmlns:a16="http://schemas.microsoft.com/office/drawing/2014/main" id="{A3F3E4C8-A3E9-4D1E-AAF8-A6C4EF21F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79441" y="1752212"/>
            <a:ext cx="4856479" cy="2413388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En Contoso, creemos en dar el 110 %. Con nuestra arquitectura de datos de próxima generación, ayudamos a las empresas a administrar virtualmente flujos de trabajo ágiles. Progresamos gracias a nuestro conocimiento del mercado y al excelente equipo que hay detrás de nuestro producto. Como dice nuestra directora ejecutiva: "Seremos eficientes si logramos transformar de manera proactiva la forma en que hacemos negocios".</a:t>
            </a:r>
          </a:p>
        </p:txBody>
      </p:sp>
      <p:sp>
        <p:nvSpPr>
          <p:cNvPr id="11" name="Marcador de pie de página 10">
            <a:extLst>
              <a:ext uri="{FF2B5EF4-FFF2-40B4-BE49-F238E27FC236}">
                <a16:creationId xmlns:a16="http://schemas.microsoft.com/office/drawing/2014/main" id="{A2EB208E-E68C-4B43-8AD1-6B9A7F5F5B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12" name="Marcador de número de diapositiva 11">
            <a:extLst>
              <a:ext uri="{FF2B5EF4-FFF2-40B4-BE49-F238E27FC236}">
                <a16:creationId xmlns:a16="http://schemas.microsoft.com/office/drawing/2014/main" id="{312822BD-8CF7-4472-A607-0DD012817D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FEA145A6-660C-42A7-85AF-AF42E3C0A892}" type="slidenum">
              <a:rPr lang="es-ES" smtClean="0"/>
              <a:pPr/>
              <a:t>20</a:t>
            </a:fld>
            <a:endParaRPr lang="es-ES"/>
          </a:p>
        </p:txBody>
      </p:sp>
      <p:sp>
        <p:nvSpPr>
          <p:cNvPr id="42" name="Marcador de fecha 41">
            <a:extLst>
              <a:ext uri="{FF2B5EF4-FFF2-40B4-BE49-F238E27FC236}">
                <a16:creationId xmlns:a16="http://schemas.microsoft.com/office/drawing/2014/main" id="{58C1F07E-94CC-45BF-8EE6-8CD7BD89CE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946034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ítulo 18">
            <a:extLst>
              <a:ext uri="{FF2B5EF4-FFF2-40B4-BE49-F238E27FC236}">
                <a16:creationId xmlns:a16="http://schemas.microsoft.com/office/drawing/2014/main" id="{9EF1D37D-7D53-43D9-B054-3B3A36C7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850" y="563671"/>
            <a:ext cx="4989629" cy="2387771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4000"/>
              <a:t>Gracias 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54B54C36-E55C-4D10-96EB-21DBB6481D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6852" y="3531676"/>
            <a:ext cx="4989628" cy="1756576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Mirjam Nilsson​​</a:t>
            </a:r>
          </a:p>
          <a:p>
            <a:pPr rtl="0"/>
            <a:r>
              <a:rPr lang="es-ES"/>
              <a:t>206-555-0146​</a:t>
            </a:r>
          </a:p>
          <a:p>
            <a:pPr rtl="0"/>
            <a:r>
              <a:rPr lang="es-ES"/>
              <a:t>mirjam@contoso.com​</a:t>
            </a:r>
          </a:p>
          <a:p>
            <a:pPr rtl="0"/>
            <a:r>
              <a:rPr lang="es-ES"/>
              <a:t>www.contoso.com​</a:t>
            </a:r>
          </a:p>
        </p:txBody>
      </p:sp>
      <p:sp>
        <p:nvSpPr>
          <p:cNvPr id="21" name="Marcador de pie de página 20">
            <a:extLst>
              <a:ext uri="{FF2B5EF4-FFF2-40B4-BE49-F238E27FC236}">
                <a16:creationId xmlns:a16="http://schemas.microsoft.com/office/drawing/2014/main" id="{3C259BDD-35DF-471C-9AF0-858004861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541127" y="1408176"/>
            <a:ext cx="2770499" cy="365125"/>
          </a:xfrm>
        </p:spPr>
        <p:txBody>
          <a:bodyPr lIns="36000" rtlCol="0"/>
          <a:lstStyle>
            <a:defPPr>
              <a:defRPr lang="es-ES"/>
            </a:defPPr>
          </a:lstStyle>
          <a:p>
            <a:pPr rtl="0"/>
            <a:r>
              <a:rPr lang="es-ES" sz="800" dirty="0"/>
              <a:t>TÍTULO DE LA PRESENTACIÓN</a:t>
            </a:r>
          </a:p>
        </p:txBody>
      </p:sp>
      <p:sp>
        <p:nvSpPr>
          <p:cNvPr id="22" name="Marcador de número de diapositiva 21">
            <a:extLst>
              <a:ext uri="{FF2B5EF4-FFF2-40B4-BE49-F238E27FC236}">
                <a16:creationId xmlns:a16="http://schemas.microsoft.com/office/drawing/2014/main" id="{D185F1A6-517F-4333-A04B-A1833CCBA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9019" y="3164804"/>
            <a:ext cx="545911" cy="58002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fld id="{8D1FC6F8-0BCD-47E9-9C64-690771D9C143}" type="slidenum">
              <a:rPr lang="es-ES" smtClean="0"/>
              <a:pPr/>
              <a:t>21</a:t>
            </a:fld>
            <a:endParaRPr lang="es-ES"/>
          </a:p>
        </p:txBody>
      </p:sp>
      <p:sp>
        <p:nvSpPr>
          <p:cNvPr id="14" name="Marcador de fecha 13">
            <a:extLst>
              <a:ext uri="{FF2B5EF4-FFF2-40B4-BE49-F238E27FC236}">
                <a16:creationId xmlns:a16="http://schemas.microsoft.com/office/drawing/2014/main" id="{A6332EFB-A5F4-469F-9C70-AB8197068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95991" y="5074920"/>
            <a:ext cx="2647667" cy="36512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sz="800"/>
              <a:t>21 de mayo, 20XX</a:t>
            </a:r>
            <a:endParaRPr lang="es-ES" sz="800" dirty="0"/>
          </a:p>
        </p:txBody>
      </p:sp>
    </p:spTree>
    <p:extLst>
      <p:ext uri="{BB962C8B-B14F-4D97-AF65-F5344CB8AC3E}">
        <p14:creationId xmlns:p14="http://schemas.microsoft.com/office/powerpoint/2010/main" val="28069445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Custom 18">
      <a:dk1>
        <a:sysClr val="windowText" lastClr="000000"/>
      </a:dk1>
      <a:lt1>
        <a:sysClr val="window" lastClr="FFFFFF"/>
      </a:lt1>
      <a:dk2>
        <a:srgbClr val="140A59"/>
      </a:dk2>
      <a:lt2>
        <a:srgbClr val="E7E6E6"/>
      </a:lt2>
      <a:accent1>
        <a:srgbClr val="2B0348"/>
      </a:accent1>
      <a:accent2>
        <a:srgbClr val="763788"/>
      </a:accent2>
      <a:accent3>
        <a:srgbClr val="EF050C"/>
      </a:accent3>
      <a:accent4>
        <a:srgbClr val="B01E4C"/>
      </a:accent4>
      <a:accent5>
        <a:srgbClr val="0565FA"/>
      </a:accent5>
      <a:accent6>
        <a:srgbClr val="0BE1FF"/>
      </a:accent6>
      <a:hlink>
        <a:srgbClr val="0563C1"/>
      </a:hlink>
      <a:folHlink>
        <a:srgbClr val="954F72"/>
      </a:folHlink>
    </a:clrScheme>
    <a:fontScheme name="Custom 15">
      <a:majorFont>
        <a:latin typeface="Century Gothic Bold"/>
        <a:ea typeface=""/>
        <a:cs typeface=""/>
      </a:majorFont>
      <a:minorFont>
        <a:latin typeface="Daytona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6062027_TF56488565_Win32" id="{E7D69B5B-2E8D-491B-BF15-D528A99B5228}" vid="{EDA5057B-65EA-4A5F-931A-7C55CD78A372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8A4BC3-D1CE-4BB2-9C42-D67FD92CAF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71989D7-CF02-4DC5-9433-98B600ACA0D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C2B339A-BBCD-4BF4-A3FE-AE1F9B12F71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Presentación a inversores futurista</Template>
  <TotalTime>21</TotalTime>
  <Words>1359</Words>
  <Application>Microsoft Office PowerPoint</Application>
  <PresentationFormat>Panorámica</PresentationFormat>
  <Paragraphs>362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Century Gothic</vt:lpstr>
      <vt:lpstr>Courier New</vt:lpstr>
      <vt:lpstr>Daytona Pro Light</vt:lpstr>
      <vt:lpstr>Tema de Office</vt:lpstr>
      <vt:lpstr> Navegación autónoma MEDIANTE VISIÓN mono</vt:lpstr>
      <vt:lpstr>Sobre nosotros</vt:lpstr>
      <vt:lpstr>Problema</vt:lpstr>
      <vt:lpstr>Solución</vt:lpstr>
      <vt:lpstr>Información general del producto</vt:lpstr>
      <vt:lpstr>Ventajas del producto</vt:lpstr>
      <vt:lpstr>Información general de la empresa</vt:lpstr>
      <vt:lpstr>Modelo de negocio</vt:lpstr>
      <vt:lpstr>Información general sobre oportunidades comerciales</vt:lpstr>
      <vt:lpstr>Comparativa de oportunidades comerciales </vt:lpstr>
      <vt:lpstr>Nuestra competencia</vt:lpstr>
      <vt:lpstr>Gráfico de competencia </vt:lpstr>
      <vt:lpstr>Estrategia de crecimiento</vt:lpstr>
      <vt:lpstr>Avance</vt:lpstr>
      <vt:lpstr>Plan de acción de dos años</vt:lpstr>
      <vt:lpstr>finanzas</vt:lpstr>
      <vt:lpstr>Nuestro equipo</vt:lpstr>
      <vt:lpstr>Nuestro equipo </vt:lpstr>
      <vt:lpstr>Financiación</vt:lpstr>
      <vt:lpstr>Resumen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 José Lorenzo Torres</dc:creator>
  <cp:lastModifiedBy>André José Lorenzo Torres</cp:lastModifiedBy>
  <cp:revision>1</cp:revision>
  <dcterms:created xsi:type="dcterms:W3CDTF">2026-08-07T19:22:18Z</dcterms:created>
  <dcterms:modified xsi:type="dcterms:W3CDTF">2026-08-07T19:43:31Z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